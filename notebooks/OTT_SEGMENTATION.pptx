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0058400" cy="7772400"/>
  <p:notesSz cx="10058400" cy="7772400"/>
  <p:defaultTextStyle>
    <a:defPPr>
      <a:defRPr lang="de-DE"/>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902"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8" d="100"/>
          <a:sy n="78" d="100"/>
        </p:scale>
        <p:origin x="-1536" y="-84"/>
      </p:cViewPr>
      <p:guideLst>
        <p:guide orient="horz" pos="2902"/>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Notes Placeholder"/>
          <p:cNvSpPr>
            <a:spLocks noGrp="1"/>
          </p:cNvSpPr>
          <p:nvPr>
            <p:ph type="body" idx="1"/>
          </p:nvPr>
        </p:nvSpPr>
        <p:spPr>
          <a:xfrm>
            <a:off x="-2147483648" y="-2147483648"/>
            <a:ext cx="0" cy="0"/>
          </a:xfrm>
          <a:prstGeom prst="rect">
            <a:avLst/>
          </a:prstGeom>
          <a:noFill/>
          <a:ln w="9525">
            <a:noFill/>
          </a:ln>
        </p:spPr>
        <p:txBody>
          <a:bodyPr/>
          <a:p>
            <a:pPr lvl="0">
              <a:spcBef>
                <a:spcPct val="0"/>
              </a:spcBef>
            </a:pPr>
            <a:endParaRPr lang="zh-CN" altLang="x-none"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3"/>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508760" y="4352544"/>
            <a:ext cx="7040879" cy="1943100"/>
          </a:xfrm>
          <a:prstGeom prst="rect">
            <a:avLst/>
          </a:prstGeom>
        </p:spPr>
        <p:txBody>
          <a:bodyPr wrap="square" lIns="0" tIns="0" rIns="0" bIns="0">
            <a:spAutoFit/>
          </a:bodyPr>
          <a:lstStyle>
            <a:lvl1pPr>
              <a:defRPr/>
            </a:lvl1pPr>
          </a:lstStyle>
          <a:p/>
        </p:txBody>
      </p:sp>
      <p:sp>
        <p:nvSpPr>
          <p:cNvPr id="4" name="Footer Placeholder 3"/>
          <p:cNvSpPr>
            <a:spLocks noGrp="1"/>
          </p:cNvSpPr>
          <p:nvPr>
            <p:ph type="ftr" sz="quarter" idx="10"/>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Date Placeholder 4"/>
          <p:cNvSpPr>
            <a:spLocks noGrp="1"/>
          </p:cNvSpPr>
          <p:nvPr>
            <p:ph type="dt" sz="half"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zh-CN" altLang="x-none" dirty="0">
                <a:latin typeface="Calibri" panose="020F0502020204030204" pitchFamily="34" charset="0"/>
              </a:rPr>
            </a:fld>
            <a:endParaRPr lang="zh-CN" altLang="x-none" dirty="0">
              <a:latin typeface="Calibri" panose="020F05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rgbClr val="3A74B8"/>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sz="1400" b="1" i="0">
                <a:solidFill>
                  <a:srgbClr val="3A74B8"/>
                </a:solidFill>
                <a:latin typeface="Arial" panose="020B0604020202020204"/>
                <a:cs typeface="Arial" panose="020B0604020202020204"/>
              </a:defRPr>
            </a:lvl1pPr>
          </a:lstStyle>
          <a:p/>
        </p:txBody>
      </p:sp>
      <p:sp>
        <p:nvSpPr>
          <p:cNvPr id="4" name="Footer Placeholder 3"/>
          <p:cNvSpPr>
            <a:spLocks noGrp="1"/>
          </p:cNvSpPr>
          <p:nvPr>
            <p:ph type="ftr" sz="quarter" idx="10"/>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Date Placeholder 4"/>
          <p:cNvSpPr>
            <a:spLocks noGrp="1"/>
          </p:cNvSpPr>
          <p:nvPr>
            <p:ph type="dt" sz="half"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zh-CN" altLang="x-none" dirty="0">
                <a:latin typeface="Calibri" panose="020F0502020204030204" pitchFamily="34" charset="0"/>
              </a:rPr>
            </a:fld>
            <a:endParaRPr lang="zh-CN" altLang="x-none"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showMasterSp="0">
  <p:cSld name="Two Content">
    <p:bg>
      <p:bgPr>
        <a:solidFill>
          <a:schemeClr val="bg1"/>
        </a:solidFill>
        <a:effectLst/>
      </p:bgPr>
    </p:bg>
    <p:spTree>
      <p:nvGrpSpPr>
        <p:cNvPr id="1" name=""/>
        <p:cNvGrpSpPr/>
        <p:nvPr/>
      </p:nvGrpSpPr>
      <p:grpSpPr>
        <a:xfrm>
          <a:off x="0" y="0"/>
          <a:ext cx="0" cy="0"/>
          <a:chOff x="0" y="0"/>
          <a:chExt cx="0" cy="0"/>
        </a:xfrm>
      </p:grpSpPr>
      <p:sp>
        <p:nvSpPr>
          <p:cNvPr id="2050" name="bk object 16"/>
          <p:cNvSpPr/>
          <p:nvPr/>
        </p:nvSpPr>
        <p:spPr>
          <a:xfrm>
            <a:off x="4286250" y="2362200"/>
            <a:ext cx="1790700" cy="971550"/>
          </a:xfrm>
          <a:prstGeom prst="rect">
            <a:avLst/>
          </a:prstGeom>
          <a:blipFill rotWithShape="1">
            <a:blip r:embed="rId2"/>
            <a:stretch>
              <a:fillRect/>
            </a:stretch>
          </a:blipFill>
          <a:ln w="9525">
            <a:noFill/>
          </a:ln>
        </p:spPr>
        <p:txBody>
          <a:bodyPr lIns="0" tIns="0" rIns="0" bIns="0"/>
          <a:p>
            <a:pPr lvl="0" eaLnBrk="1" hangingPunct="1"/>
            <a:endParaRPr lang="zh-CN" altLang="x-none" dirty="0">
              <a:latin typeface="Calibri" panose="020F0502020204030204" pitchFamily="34" charset="0"/>
            </a:endParaRPr>
          </a:p>
        </p:txBody>
      </p:sp>
      <p:sp>
        <p:nvSpPr>
          <p:cNvPr id="2051" name="bk object 17"/>
          <p:cNvSpPr/>
          <p:nvPr/>
        </p:nvSpPr>
        <p:spPr>
          <a:xfrm>
            <a:off x="3981450" y="3600450"/>
            <a:ext cx="1809750" cy="952500"/>
          </a:xfrm>
          <a:prstGeom prst="rect">
            <a:avLst/>
          </a:prstGeom>
          <a:blipFill rotWithShape="1">
            <a:blip r:embed="rId3"/>
            <a:stretch>
              <a:fillRect/>
            </a:stretch>
          </a:blipFill>
          <a:ln w="9525">
            <a:noFill/>
          </a:ln>
        </p:spPr>
        <p:txBody>
          <a:bodyPr lIns="0" tIns="0" rIns="0" bIns="0"/>
          <a:p>
            <a:pPr lvl="0" eaLnBrk="1" hangingPunct="1"/>
            <a:endParaRPr lang="zh-CN" altLang="x-none" dirty="0">
              <a:latin typeface="Calibri" panose="020F0502020204030204" pitchFamily="34" charset="0"/>
            </a:endParaRPr>
          </a:p>
        </p:txBody>
      </p:sp>
      <p:sp>
        <p:nvSpPr>
          <p:cNvPr id="2052" name="bk object 18"/>
          <p:cNvSpPr/>
          <p:nvPr/>
        </p:nvSpPr>
        <p:spPr>
          <a:xfrm>
            <a:off x="4286250" y="4819650"/>
            <a:ext cx="1790700" cy="971550"/>
          </a:xfrm>
          <a:prstGeom prst="rect">
            <a:avLst/>
          </a:prstGeom>
          <a:blipFill rotWithShape="1">
            <a:blip r:embed="rId4"/>
            <a:stretch>
              <a:fillRect/>
            </a:stretch>
          </a:blipFill>
          <a:ln w="9525">
            <a:noFill/>
          </a:ln>
        </p:spPr>
        <p:txBody>
          <a:bodyPr lIns="0" tIns="0" rIns="0" bIns="0"/>
          <a:p>
            <a:pPr lvl="0" eaLnBrk="1" hangingPunct="1"/>
            <a:endParaRPr lang="zh-CN" altLang="x-none" dirty="0">
              <a:latin typeface="Calibri" panose="020F0502020204030204" pitchFamily="34" charset="0"/>
            </a:endParaRPr>
          </a:p>
        </p:txBody>
      </p:sp>
      <p:sp>
        <p:nvSpPr>
          <p:cNvPr id="2" name="Holder 2"/>
          <p:cNvSpPr>
            <a:spLocks noGrp="1"/>
          </p:cNvSpPr>
          <p:nvPr>
            <p:ph type="title"/>
          </p:nvPr>
        </p:nvSpPr>
        <p:spPr/>
        <p:txBody>
          <a:bodyPr lIns="0" tIns="0" rIns="0" bIns="0"/>
          <a:lstStyle>
            <a:lvl1pPr>
              <a:defRPr sz="2600" b="1" i="0">
                <a:solidFill>
                  <a:srgbClr val="3A74B8"/>
                </a:solidFill>
                <a:latin typeface="Arial" panose="020B0604020202020204"/>
                <a:cs typeface="Arial" panose="020B0604020202020204"/>
              </a:defRPr>
            </a:lvl1pPr>
          </a:lstStyle>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5180075" y="1787652"/>
            <a:ext cx="4375404" cy="5129784"/>
          </a:xfrm>
          <a:prstGeom prst="rect">
            <a:avLst/>
          </a:prstGeom>
        </p:spPr>
        <p:txBody>
          <a:bodyPr wrap="square" lIns="0" tIns="0" rIns="0" bIns="0">
            <a:spAutoFit/>
          </a:bodyPr>
          <a:lstStyle>
            <a:lvl1pPr>
              <a:defRPr/>
            </a:lvl1pPr>
          </a:lstStyle>
          <a:p/>
        </p:txBody>
      </p:sp>
      <p:sp>
        <p:nvSpPr>
          <p:cNvPr id="10" name="Holder 5"/>
          <p:cNvSpPr>
            <a:spLocks noGrp="1"/>
          </p:cNvSpPr>
          <p:nvPr>
            <p:ph type="ftr" sz="quarter" idx="13"/>
          </p:nvPr>
        </p:nvSpPr>
        <p:spPr>
          <a:xfrm>
            <a:off x="3419475" y="7227888"/>
            <a:ext cx="3219450" cy="388938"/>
          </a:xfrm>
          <a:prstGeom prst="rect">
            <a:avLst/>
          </a:prstGeom>
        </p:spPr>
        <p:txBody>
          <a:bodyPr wrap="square" lIns="0" tIns="0" rIns="0" bIns="0">
            <a:spAutoFit/>
          </a:bodyPr>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Holder 6"/>
          <p:cNvSpPr>
            <a:spLocks noGrp="1"/>
          </p:cNvSpPr>
          <p:nvPr>
            <p:ph type="dt" sz="half" idx="12"/>
          </p:nvPr>
        </p:nvSpPr>
        <p:spPr>
          <a:xfrm>
            <a:off x="503238" y="7227888"/>
            <a:ext cx="2312988" cy="388938"/>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Holder 7"/>
          <p:cNvSpPr>
            <a:spLocks noGrp="1"/>
          </p:cNvSpPr>
          <p:nvPr>
            <p:ph type="sldNum" sz="quarter" idx="4"/>
          </p:nvPr>
        </p:nvSpPr>
        <p:spPr>
          <a:xfrm>
            <a:off x="7242175" y="7227888"/>
            <a:ext cx="2312988" cy="388938"/>
          </a:xfrm>
          <a:prstGeom prst="rect">
            <a:avLst/>
          </a:prstGeom>
        </p:spPr>
        <p:txBody>
          <a:bodyPr wrap="square" lIns="0" tIns="0" rIns="0" bIns="0">
            <a:spAutoFit/>
          </a:bodyPr>
          <a:p>
            <a:pPr algn="r">
              <a:buNone/>
            </a:pPr>
            <a:fld id="{9A0DB2DC-4C9A-4742-B13C-FB6460FD3503}" type="slidenum">
              <a:rPr lang="zh-CN" altLang="x-none" dirty="0"/>
            </a:fld>
            <a:endParaRPr lang="zh-CN" altLang="x-none"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sp>
        <p:nvSpPr>
          <p:cNvPr id="3074" name="bk object 16"/>
          <p:cNvSpPr/>
          <p:nvPr/>
        </p:nvSpPr>
        <p:spPr>
          <a:xfrm>
            <a:off x="5581650" y="1123950"/>
            <a:ext cx="4324350" cy="5353050"/>
          </a:xfrm>
          <a:prstGeom prst="rect">
            <a:avLst/>
          </a:prstGeom>
          <a:blipFill rotWithShape="1">
            <a:blip r:embed="rId2"/>
            <a:stretch>
              <a:fillRect/>
            </a:stretch>
          </a:blipFill>
          <a:ln w="9525">
            <a:noFill/>
          </a:ln>
        </p:spPr>
        <p:txBody>
          <a:bodyPr lIns="0" tIns="0" rIns="0" bIns="0"/>
          <a:p>
            <a:pPr lvl="0" eaLnBrk="1" hangingPunct="1"/>
            <a:endParaRPr lang="zh-CN" altLang="x-none" dirty="0">
              <a:latin typeface="Calibri" panose="020F0502020204030204" pitchFamily="34" charset="0"/>
            </a:endParaRPr>
          </a:p>
        </p:txBody>
      </p:sp>
      <p:sp>
        <p:nvSpPr>
          <p:cNvPr id="2" name="Holder 2"/>
          <p:cNvSpPr>
            <a:spLocks noGrp="1"/>
          </p:cNvSpPr>
          <p:nvPr>
            <p:ph type="title"/>
          </p:nvPr>
        </p:nvSpPr>
        <p:spPr/>
        <p:txBody>
          <a:bodyPr lIns="0" tIns="0" rIns="0" bIns="0"/>
          <a:lstStyle>
            <a:lvl1pPr>
              <a:defRPr sz="2600" b="1" i="0">
                <a:solidFill>
                  <a:srgbClr val="3A74B8"/>
                </a:solidFill>
                <a:latin typeface="Arial" panose="020B0604020202020204"/>
                <a:cs typeface="Arial" panose="020B0604020202020204"/>
              </a:defRPr>
            </a:lvl1pPr>
          </a:lstStyle>
          <a:p/>
        </p:txBody>
      </p:sp>
      <p:sp>
        <p:nvSpPr>
          <p:cNvPr id="8" name="Holder 3"/>
          <p:cNvSpPr>
            <a:spLocks noGrp="1"/>
          </p:cNvSpPr>
          <p:nvPr>
            <p:ph type="ftr" sz="quarter" idx="3"/>
          </p:nvPr>
        </p:nvSpPr>
        <p:spPr>
          <a:xfrm>
            <a:off x="3419475" y="7227888"/>
            <a:ext cx="3219450" cy="388938"/>
          </a:xfrm>
          <a:prstGeom prst="rect">
            <a:avLst/>
          </a:prstGeom>
        </p:spPr>
        <p:txBody>
          <a:bodyPr wrap="square" lIns="0" tIns="0" rIns="0" bIns="0">
            <a:spAutoFit/>
          </a:bodyPr>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Holder 4"/>
          <p:cNvSpPr>
            <a:spLocks noGrp="1"/>
          </p:cNvSpPr>
          <p:nvPr>
            <p:ph type="dt" sz="half" idx="2"/>
          </p:nvPr>
        </p:nvSpPr>
        <p:spPr>
          <a:xfrm>
            <a:off x="503238" y="7227888"/>
            <a:ext cx="2312988" cy="388938"/>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Holder 5"/>
          <p:cNvSpPr>
            <a:spLocks noGrp="1"/>
          </p:cNvSpPr>
          <p:nvPr>
            <p:ph type="sldNum" sz="quarter" idx="4"/>
          </p:nvPr>
        </p:nvSpPr>
        <p:spPr>
          <a:xfrm>
            <a:off x="7242175" y="7227888"/>
            <a:ext cx="2312988" cy="388938"/>
          </a:xfrm>
          <a:prstGeom prst="rect">
            <a:avLst/>
          </a:prstGeom>
        </p:spPr>
        <p:txBody>
          <a:bodyPr wrap="square" lIns="0" tIns="0" rIns="0" bIns="0">
            <a:spAutoFit/>
          </a:bodyPr>
          <a:p>
            <a:pPr algn="r">
              <a:buNone/>
            </a:pPr>
            <a:fld id="{9A0DB2DC-4C9A-4742-B13C-FB6460FD3503}" type="slidenum">
              <a:rPr lang="zh-CN" altLang="x-none" dirty="0"/>
            </a:fld>
            <a:endParaRPr lang="zh-CN" altLang="x-non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4098" name="bk object 16"/>
          <p:cNvSpPr/>
          <p:nvPr/>
        </p:nvSpPr>
        <p:spPr>
          <a:xfrm>
            <a:off x="1104900" y="1181100"/>
            <a:ext cx="8820150" cy="609600"/>
          </a:xfrm>
          <a:prstGeom prst="rect">
            <a:avLst/>
          </a:prstGeom>
          <a:blipFill rotWithShape="1">
            <a:blip r:embed="rId2"/>
            <a:stretch>
              <a:fillRect/>
            </a:stretch>
          </a:blipFill>
          <a:ln w="9525">
            <a:noFill/>
          </a:ln>
        </p:spPr>
        <p:txBody>
          <a:bodyPr lIns="0" tIns="0" rIns="0" bIns="0"/>
          <a:p>
            <a:pPr lvl="0" eaLnBrk="1" hangingPunct="1"/>
            <a:endParaRPr lang="zh-CN" altLang="x-none" dirty="0">
              <a:latin typeface="Calibri" panose="020F0502020204030204" pitchFamily="34" charset="0"/>
            </a:endParaRPr>
          </a:p>
        </p:txBody>
      </p:sp>
      <p:sp>
        <p:nvSpPr>
          <p:cNvPr id="4099" name="bk object 17"/>
          <p:cNvSpPr/>
          <p:nvPr/>
        </p:nvSpPr>
        <p:spPr>
          <a:xfrm>
            <a:off x="2743200" y="3714750"/>
            <a:ext cx="685800" cy="552450"/>
          </a:xfrm>
          <a:prstGeom prst="rect">
            <a:avLst/>
          </a:prstGeom>
          <a:blipFill rotWithShape="1">
            <a:blip r:embed="rId3"/>
            <a:stretch>
              <a:fillRect/>
            </a:stretch>
          </a:blipFill>
          <a:ln w="9525">
            <a:noFill/>
          </a:ln>
        </p:spPr>
        <p:txBody>
          <a:bodyPr lIns="0" tIns="0" rIns="0" bIns="0"/>
          <a:p>
            <a:pPr lvl="0" eaLnBrk="1" hangingPunct="1"/>
            <a:endParaRPr lang="zh-CN" altLang="x-none" dirty="0">
              <a:latin typeface="Calibri" panose="020F0502020204030204" pitchFamily="34" charset="0"/>
            </a:endParaRPr>
          </a:p>
        </p:txBody>
      </p:sp>
      <p:sp>
        <p:nvSpPr>
          <p:cNvPr id="4100" name="bk object 18"/>
          <p:cNvSpPr/>
          <p:nvPr/>
        </p:nvSpPr>
        <p:spPr>
          <a:xfrm>
            <a:off x="152400" y="5867400"/>
            <a:ext cx="8839200" cy="628650"/>
          </a:xfrm>
          <a:prstGeom prst="rect">
            <a:avLst/>
          </a:prstGeom>
          <a:blipFill rotWithShape="1">
            <a:blip r:embed="rId4"/>
            <a:stretch>
              <a:fillRect/>
            </a:stretch>
          </a:blipFill>
          <a:ln w="9525">
            <a:noFill/>
          </a:ln>
        </p:spPr>
        <p:txBody>
          <a:bodyPr lIns="0" tIns="0" rIns="0" bIns="0"/>
          <a:p>
            <a:pPr lvl="0" eaLnBrk="1" hangingPunct="1"/>
            <a:endParaRPr lang="zh-CN" altLang="x-none" dirty="0">
              <a:latin typeface="Calibri" panose="020F0502020204030204" pitchFamily="34" charset="0"/>
            </a:endParaRPr>
          </a:p>
        </p:txBody>
      </p:sp>
      <p:sp>
        <p:nvSpPr>
          <p:cNvPr id="4101" name="bk object 19"/>
          <p:cNvSpPr/>
          <p:nvPr/>
        </p:nvSpPr>
        <p:spPr>
          <a:xfrm>
            <a:off x="1381125" y="4057650"/>
            <a:ext cx="0" cy="723900"/>
          </a:xfrm>
          <a:custGeom>
            <a:avLst/>
            <a:gdLst/>
            <a:ahLst/>
            <a:cxnLst/>
            <a:pathLst>
              <a:path h="723900">
                <a:moveTo>
                  <a:pt x="0" y="723900"/>
                </a:moveTo>
                <a:lnTo>
                  <a:pt x="0" y="0"/>
                </a:lnTo>
              </a:path>
            </a:pathLst>
          </a:custGeom>
          <a:noFill/>
          <a:ln w="9525" cap="flat" cmpd="sng">
            <a:solidFill>
              <a:srgbClr val="8797CC">
                <a:alpha val="100000"/>
              </a:srgbClr>
            </a:solidFill>
            <a:prstDash val="solid"/>
            <a:headEnd type="none" w="med" len="med"/>
            <a:tailEnd type="none" w="med" len="med"/>
          </a:ln>
        </p:spPr>
        <p:txBody>
          <a:bodyPr/>
          <a:p>
            <a:endParaRPr lang="en-US"/>
          </a:p>
        </p:txBody>
      </p:sp>
      <p:sp>
        <p:nvSpPr>
          <p:cNvPr id="4102" name="bk object 20"/>
          <p:cNvSpPr/>
          <p:nvPr/>
        </p:nvSpPr>
        <p:spPr>
          <a:xfrm>
            <a:off x="1619250" y="3790950"/>
            <a:ext cx="495300" cy="0"/>
          </a:xfrm>
          <a:custGeom>
            <a:avLst/>
            <a:gdLst/>
            <a:ahLst/>
            <a:cxnLst/>
            <a:pathLst>
              <a:path w="495300">
                <a:moveTo>
                  <a:pt x="0" y="0"/>
                </a:moveTo>
                <a:lnTo>
                  <a:pt x="495300" y="0"/>
                </a:lnTo>
              </a:path>
            </a:pathLst>
          </a:custGeom>
          <a:noFill/>
          <a:ln w="9525" cap="flat" cmpd="sng">
            <a:solidFill>
              <a:srgbClr val="6797CC">
                <a:alpha val="100000"/>
              </a:srgbClr>
            </a:solidFill>
            <a:prstDash val="solid"/>
            <a:headEnd type="none" w="med" len="med"/>
            <a:tailEnd type="none" w="med" len="med"/>
          </a:ln>
        </p:spPr>
        <p:txBody>
          <a:bodyPr/>
          <a:p>
            <a:endParaRPr lang="en-US"/>
          </a:p>
        </p:txBody>
      </p:sp>
      <p:sp>
        <p:nvSpPr>
          <p:cNvPr id="4103" name="bk object 21"/>
          <p:cNvSpPr/>
          <p:nvPr/>
        </p:nvSpPr>
        <p:spPr>
          <a:xfrm>
            <a:off x="2352675" y="4171950"/>
            <a:ext cx="0" cy="504825"/>
          </a:xfrm>
          <a:custGeom>
            <a:avLst/>
            <a:gdLst/>
            <a:ahLst/>
            <a:cxnLst/>
            <a:pathLst>
              <a:path h="504825">
                <a:moveTo>
                  <a:pt x="0" y="504825"/>
                </a:moveTo>
                <a:lnTo>
                  <a:pt x="0" y="0"/>
                </a:lnTo>
              </a:path>
            </a:pathLst>
          </a:custGeom>
          <a:noFill/>
          <a:ln w="19050" cap="flat" cmpd="sng">
            <a:solidFill>
              <a:srgbClr val="A3BCDB">
                <a:alpha val="100000"/>
              </a:srgbClr>
            </a:solidFill>
            <a:prstDash val="solid"/>
            <a:headEnd type="none" w="med" len="med"/>
            <a:tailEnd type="none" w="med" len="med"/>
          </a:ln>
        </p:spPr>
        <p:txBody>
          <a:bodyPr/>
          <a:p>
            <a:endParaRPr lang="en-US"/>
          </a:p>
        </p:txBody>
      </p:sp>
      <p:sp>
        <p:nvSpPr>
          <p:cNvPr id="4104" name="bk object 22"/>
          <p:cNvSpPr/>
          <p:nvPr/>
        </p:nvSpPr>
        <p:spPr>
          <a:xfrm>
            <a:off x="2552700" y="4048125"/>
            <a:ext cx="0" cy="723900"/>
          </a:xfrm>
          <a:custGeom>
            <a:avLst/>
            <a:gdLst/>
            <a:ahLst/>
            <a:cxnLst/>
            <a:pathLst>
              <a:path h="723900">
                <a:moveTo>
                  <a:pt x="0" y="723900"/>
                </a:moveTo>
                <a:lnTo>
                  <a:pt x="0" y="0"/>
                </a:lnTo>
              </a:path>
            </a:pathLst>
          </a:custGeom>
          <a:noFill/>
          <a:ln w="19050" cap="flat" cmpd="sng">
            <a:solidFill>
              <a:srgbClr val="90B8DB">
                <a:alpha val="100000"/>
              </a:srgbClr>
            </a:solidFill>
            <a:prstDash val="solid"/>
            <a:headEnd type="none" w="med" len="med"/>
            <a:tailEnd type="none" w="med" len="med"/>
          </a:ln>
        </p:spPr>
        <p:txBody>
          <a:bodyPr/>
          <a:p>
            <a:endParaRPr lang="en-US"/>
          </a:p>
        </p:txBody>
      </p:sp>
      <p:sp>
        <p:nvSpPr>
          <p:cNvPr id="4105" name="bk object 23"/>
          <p:cNvSpPr/>
          <p:nvPr/>
        </p:nvSpPr>
        <p:spPr>
          <a:xfrm>
            <a:off x="3438525" y="4381500"/>
            <a:ext cx="0" cy="495300"/>
          </a:xfrm>
          <a:custGeom>
            <a:avLst/>
            <a:gdLst/>
            <a:ahLst/>
            <a:cxnLst/>
            <a:pathLst>
              <a:path h="495300">
                <a:moveTo>
                  <a:pt x="0" y="495300"/>
                </a:moveTo>
                <a:lnTo>
                  <a:pt x="0" y="0"/>
                </a:lnTo>
              </a:path>
            </a:pathLst>
          </a:custGeom>
          <a:noFill/>
          <a:ln w="9525" cap="flat" cmpd="sng">
            <a:solidFill>
              <a:srgbClr val="83A8D4">
                <a:alpha val="100000"/>
              </a:srgbClr>
            </a:solidFill>
            <a:prstDash val="solid"/>
            <a:headEnd type="none" w="med" len="med"/>
            <a:tailEnd type="none" w="med" len="med"/>
          </a:ln>
        </p:spPr>
        <p:txBody>
          <a:bodyPr/>
          <a:p>
            <a:endParaRPr lang="en-US"/>
          </a:p>
        </p:txBody>
      </p:sp>
      <p:sp>
        <p:nvSpPr>
          <p:cNvPr id="4106" name="bk object 24"/>
          <p:cNvSpPr/>
          <p:nvPr/>
        </p:nvSpPr>
        <p:spPr>
          <a:xfrm>
            <a:off x="2867025" y="5053013"/>
            <a:ext cx="323850" cy="0"/>
          </a:xfrm>
          <a:custGeom>
            <a:avLst/>
            <a:gdLst/>
            <a:ahLst/>
            <a:cxnLst/>
            <a:pathLst>
              <a:path w="323850">
                <a:moveTo>
                  <a:pt x="0" y="0"/>
                </a:moveTo>
                <a:lnTo>
                  <a:pt x="323850" y="0"/>
                </a:lnTo>
              </a:path>
            </a:pathLst>
          </a:custGeom>
          <a:noFill/>
          <a:ln w="9525" cap="flat" cmpd="sng">
            <a:solidFill>
              <a:srgbClr val="80A8D4">
                <a:alpha val="100000"/>
              </a:srgbClr>
            </a:solidFill>
            <a:prstDash val="solid"/>
            <a:headEnd type="none" w="med" len="med"/>
            <a:tailEnd type="none" w="med" len="med"/>
          </a:ln>
        </p:spPr>
        <p:txBody>
          <a:bodyPr/>
          <a:p>
            <a:endParaRPr lang="en-US"/>
          </a:p>
        </p:txBody>
      </p:sp>
      <p:sp>
        <p:nvSpPr>
          <p:cNvPr id="16" name="Holder 2"/>
          <p:cNvSpPr>
            <a:spLocks noGrp="1"/>
          </p:cNvSpPr>
          <p:nvPr>
            <p:ph type="ftr" sz="quarter" idx="3"/>
          </p:nvPr>
        </p:nvSpPr>
        <p:spPr>
          <a:xfrm>
            <a:off x="3419475" y="7227888"/>
            <a:ext cx="3219450" cy="388938"/>
          </a:xfrm>
          <a:prstGeom prst="rect">
            <a:avLst/>
          </a:prstGeom>
        </p:spPr>
        <p:txBody>
          <a:bodyPr wrap="square" lIns="0" tIns="0" rIns="0" bIns="0">
            <a:spAutoFit/>
          </a:bodyPr>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7" name="Holder 3"/>
          <p:cNvSpPr>
            <a:spLocks noGrp="1"/>
          </p:cNvSpPr>
          <p:nvPr>
            <p:ph type="dt" sz="half" idx="2"/>
          </p:nvPr>
        </p:nvSpPr>
        <p:spPr>
          <a:xfrm>
            <a:off x="503238" y="7227888"/>
            <a:ext cx="2312988" cy="388938"/>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8" name="Holder 4"/>
          <p:cNvSpPr>
            <a:spLocks noGrp="1"/>
          </p:cNvSpPr>
          <p:nvPr>
            <p:ph type="sldNum" sz="quarter" idx="4"/>
          </p:nvPr>
        </p:nvSpPr>
        <p:spPr>
          <a:xfrm>
            <a:off x="7242175" y="7227888"/>
            <a:ext cx="2312988" cy="388938"/>
          </a:xfrm>
          <a:prstGeom prst="rect">
            <a:avLst/>
          </a:prstGeom>
        </p:spPr>
        <p:txBody>
          <a:bodyPr wrap="square" lIns="0" tIns="0" rIns="0" bIns="0">
            <a:spAutoFit/>
          </a:bodyPr>
          <a:p>
            <a:pPr algn="r">
              <a:buNone/>
            </a:pPr>
            <a:fld id="{9A0DB2DC-4C9A-4742-B13C-FB6460FD3503}" type="slidenum">
              <a:rPr lang="zh-CN" altLang="x-none" dirty="0"/>
            </a:fld>
            <a:endParaRPr lang="zh-CN" altLang="x-none"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Holder 2"/>
          <p:cNvSpPr>
            <a:spLocks noGrp="1"/>
          </p:cNvSpPr>
          <p:nvPr>
            <p:ph type="title"/>
          </p:nvPr>
        </p:nvSpPr>
        <p:spPr>
          <a:xfrm>
            <a:off x="349250" y="1435100"/>
            <a:ext cx="9359900" cy="412750"/>
          </a:xfrm>
          <a:prstGeom prst="rect">
            <a:avLst/>
          </a:prstGeom>
          <a:noFill/>
          <a:ln w="9525">
            <a:noFill/>
          </a:ln>
        </p:spPr>
        <p:txBody>
          <a:bodyPr lIns="0" tIns="0" rIns="0" bIns="0">
            <a:spAutoFit/>
          </a:bodyPr>
          <a:p>
            <a:pPr lvl="0"/>
            <a:endParaRPr lang="zh-CN" altLang="x-none" dirty="0"/>
          </a:p>
        </p:txBody>
      </p:sp>
      <p:sp>
        <p:nvSpPr>
          <p:cNvPr id="1027" name="Holder 3"/>
          <p:cNvSpPr>
            <a:spLocks noGrp="1"/>
          </p:cNvSpPr>
          <p:nvPr>
            <p:ph type="body" idx="1"/>
          </p:nvPr>
        </p:nvSpPr>
        <p:spPr>
          <a:xfrm>
            <a:off x="1146175" y="2595563"/>
            <a:ext cx="7766050" cy="3675062"/>
          </a:xfrm>
          <a:prstGeom prst="rect">
            <a:avLst/>
          </a:prstGeom>
          <a:noFill/>
          <a:ln w="9525">
            <a:noFill/>
          </a:ln>
        </p:spPr>
        <p:txBody>
          <a:bodyPr lIns="0" tIns="0" rIns="0" bIns="0">
            <a:spAutoFit/>
          </a:bodyPr>
          <a:p>
            <a:pPr lvl="0"/>
            <a:endParaRPr lang="zh-CN" altLang="x-none" dirty="0"/>
          </a:p>
        </p:txBody>
      </p:sp>
      <p:sp>
        <p:nvSpPr>
          <p:cNvPr id="4" name="Holder 4"/>
          <p:cNvSpPr>
            <a:spLocks noGrp="1"/>
          </p:cNvSpPr>
          <p:nvPr>
            <p:ph type="ftr" sz="quarter" idx="5"/>
          </p:nvPr>
        </p:nvSpPr>
        <p:spPr>
          <a:xfrm>
            <a:off x="3419475" y="7227888"/>
            <a:ext cx="3219450" cy="388938"/>
          </a:xfrm>
          <a:prstGeom prst="rect">
            <a:avLst/>
          </a:prstGeom>
        </p:spPr>
        <p:txBody>
          <a:bodyPr wrap="square" lIns="0" tIns="0" rIns="0" bIns="0">
            <a:spAutoFit/>
          </a:bodyPr>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Holder 5"/>
          <p:cNvSpPr>
            <a:spLocks noGrp="1"/>
          </p:cNvSpPr>
          <p:nvPr>
            <p:ph type="dt" sz="half" idx="6"/>
          </p:nvPr>
        </p:nvSpPr>
        <p:spPr>
          <a:xfrm>
            <a:off x="503238" y="7227888"/>
            <a:ext cx="2312988" cy="388938"/>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Holder 6"/>
          <p:cNvSpPr>
            <a:spLocks noGrp="1"/>
          </p:cNvSpPr>
          <p:nvPr>
            <p:ph type="sldNum" sz="quarter" idx="7"/>
          </p:nvPr>
        </p:nvSpPr>
        <p:spPr>
          <a:xfrm>
            <a:off x="7242175" y="7227888"/>
            <a:ext cx="2312988" cy="388938"/>
          </a:xfrm>
          <a:prstGeom prst="rect">
            <a:avLst/>
          </a:prstGeom>
        </p:spPr>
        <p:txBody>
          <a:bodyPr wrap="square" lIns="0" tIns="0" rIns="0" bIns="0">
            <a:spAutoFit/>
          </a:bodyPr>
          <a:lstStyle>
            <a:lvl1pPr algn="r">
              <a:defRPr>
                <a:solidFill>
                  <a:srgbClr val="898989"/>
                </a:solidFill>
              </a:defRPr>
            </a:lvl1pPr>
          </a:lstStyle>
          <a:p>
            <a:pPr lvl="0" eaLnBrk="1" hangingPunct="1">
              <a:buNone/>
            </a:pPr>
            <a:fld id="{9A0DB2DC-4C9A-4742-B13C-FB6460FD3503}" type="slidenum">
              <a:rPr lang="zh-CN" altLang="x-none" dirty="0">
                <a:latin typeface="Calibri" panose="020F0502020204030204" pitchFamily="34" charset="0"/>
              </a:rPr>
            </a:fld>
            <a:endParaRPr lang="zh-CN" altLang="x-none"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4.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1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0.jpe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image" Target="../media/image27.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xml"/><Relationship Id="rId2" Type="http://schemas.openxmlformats.org/officeDocument/2006/relationships/image" Target="../media/image31.png"/><Relationship Id="rId1" Type="http://schemas.openxmlformats.org/officeDocument/2006/relationships/image" Target="../media/image30.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xml"/><Relationship Id="rId2" Type="http://schemas.openxmlformats.org/officeDocument/2006/relationships/image" Target="../media/image33.png"/><Relationship Id="rId1"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2.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35.jpeg"/><Relationship Id="rId3" Type="http://schemas.openxmlformats.org/officeDocument/2006/relationships/tags" Target="../tags/tag2.xml"/><Relationship Id="rId2" Type="http://schemas.openxmlformats.org/officeDocument/2006/relationships/image" Target="../media/image34.jpeg"/><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122" name="object 2"/>
          <p:cNvSpPr/>
          <p:nvPr/>
        </p:nvSpPr>
        <p:spPr>
          <a:xfrm>
            <a:off x="5638800" y="1104900"/>
            <a:ext cx="4286250" cy="539115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4" name="object 4"/>
          <p:cNvSpPr txBox="1"/>
          <p:nvPr/>
        </p:nvSpPr>
        <p:spPr>
          <a:xfrm>
            <a:off x="609600" y="2590800"/>
            <a:ext cx="4895215" cy="615315"/>
          </a:xfrm>
          <a:prstGeom prst="rect">
            <a:avLst/>
          </a:prstGeom>
        </p:spPr>
        <p:txBody>
          <a:bodyPr vert="horz" wrap="square" lIns="0" tIns="0" rIns="0" bIns="0" rtlCol="0">
            <a:spAutoFit/>
          </a:bodyPr>
          <a:lstStyle/>
          <a:p>
            <a:pPr marR="0" lvl="0" algn="ctr" defTabSz="914400" eaLnBrk="1" fontAlgn="auto" hangingPunct="1">
              <a:spcBef>
                <a:spcPts val="0"/>
              </a:spcBef>
              <a:spcAft>
                <a:spcPts val="0"/>
              </a:spcAft>
              <a:buClrTx/>
              <a:buSzTx/>
              <a:buFontTx/>
              <a:buNone/>
              <a:defRPr/>
            </a:pPr>
            <a:r>
              <a:rPr kumimoji="0" lang="en-US" sz="2000" kern="1200" cap="none" spc="0" normalizeH="0" baseline="0" noProof="0">
                <a:solidFill>
                  <a:srgbClr val="0070C0"/>
                </a:solidFill>
                <a:latin typeface="Arial Black" panose="020B0A04020102020204" charset="0"/>
                <a:ea typeface="+mn-ea"/>
                <a:cs typeface="Arial Black" panose="020B0A04020102020204" charset="0"/>
              </a:rPr>
              <a:t>OTT CONSUMER SEGMENTATION</a:t>
            </a:r>
            <a:endParaRPr kumimoji="0" lang="en-US" sz="2000" kern="1200" cap="none" spc="0" normalizeH="0" baseline="0" noProof="0">
              <a:solidFill>
                <a:srgbClr val="0070C0"/>
              </a:solidFill>
              <a:latin typeface="Arial Black" panose="020B0A04020102020204" charset="0"/>
              <a:ea typeface="+mn-ea"/>
              <a:cs typeface="Arial Black" panose="020B0A04020102020204" charset="0"/>
            </a:endParaRPr>
          </a:p>
          <a:p>
            <a:pPr marR="0" lvl="0" algn="ctr" defTabSz="914400" eaLnBrk="1" fontAlgn="auto" hangingPunct="1">
              <a:spcBef>
                <a:spcPts val="0"/>
              </a:spcBef>
              <a:spcAft>
                <a:spcPts val="0"/>
              </a:spcAft>
              <a:buClrTx/>
              <a:buSzTx/>
              <a:buFontTx/>
              <a:buNone/>
              <a:defRPr/>
            </a:pPr>
            <a:r>
              <a:rPr kumimoji="0" lang="en-US" sz="2000" kern="1200" cap="none" spc="0" normalizeH="0" baseline="0" noProof="0">
                <a:solidFill>
                  <a:srgbClr val="0070C0"/>
                </a:solidFill>
                <a:latin typeface="Arial Black" panose="020B0A04020102020204" charset="0"/>
                <a:ea typeface="+mn-ea"/>
                <a:cs typeface="Arial Black" panose="020B0A04020102020204" charset="0"/>
              </a:rPr>
              <a:t>USING PYTHON</a:t>
            </a:r>
            <a:endParaRPr kumimoji="0" lang="en-US" sz="2000" kern="1200" cap="none" spc="0" normalizeH="0" baseline="0" noProof="0">
              <a:solidFill>
                <a:srgbClr val="0070C0"/>
              </a:solidFill>
              <a:latin typeface="Arial Black" panose="020B0A04020102020204" charset="0"/>
              <a:ea typeface="+mn-ea"/>
              <a:cs typeface="Arial Black" panose="020B0A04020102020204" charset="0"/>
            </a:endParaRPr>
          </a:p>
        </p:txBody>
      </p:sp>
      <p:sp>
        <p:nvSpPr>
          <p:cNvPr id="5" name="object 5"/>
          <p:cNvSpPr txBox="1"/>
          <p:nvPr/>
        </p:nvSpPr>
        <p:spPr>
          <a:xfrm>
            <a:off x="682625" y="4518025"/>
            <a:ext cx="1587500" cy="17653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1150" b="1" kern="1200" cap="none" spc="50" normalizeH="0" baseline="0" noProof="0" dirty="0">
                <a:solidFill>
                  <a:srgbClr val="706B75"/>
                </a:solidFill>
                <a:latin typeface="Times New Roman" panose="02020603050405020304" pitchFamily="18" charset="0"/>
                <a:ea typeface="+mn-ea"/>
                <a:cs typeface="Times New Roman" panose="02020603050405020304" pitchFamily="18" charset="0"/>
              </a:rPr>
              <a:t>Submitted</a:t>
            </a:r>
            <a:r>
              <a:rPr kumimoji="0" sz="1150" b="1" kern="1200" cap="none" spc="20" normalizeH="0" baseline="0" noProof="0" dirty="0">
                <a:solidFill>
                  <a:srgbClr val="706B75"/>
                </a:solidFill>
                <a:latin typeface="Times New Roman" panose="02020603050405020304" pitchFamily="18" charset="0"/>
                <a:ea typeface="+mn-ea"/>
                <a:cs typeface="Times New Roman" panose="02020603050405020304" pitchFamily="18" charset="0"/>
              </a:rPr>
              <a:t> </a:t>
            </a:r>
            <a:r>
              <a:rPr kumimoji="0" sz="1050" b="1" kern="1200" cap="none" spc="-110" normalizeH="0" baseline="0" noProof="0" dirty="0">
                <a:solidFill>
                  <a:srgbClr val="706B75"/>
                </a:solidFill>
                <a:latin typeface="Times New Roman" panose="02020603050405020304" pitchFamily="18" charset="0"/>
                <a:ea typeface="+mn-ea"/>
                <a:cs typeface="Times New Roman" panose="02020603050405020304" pitchFamily="18" charset="0"/>
              </a:rPr>
              <a:t>B</a:t>
            </a:r>
            <a:r>
              <a:rPr kumimoji="0" sz="1050" b="1" kern="1200" cap="none" spc="145" normalizeH="0" baseline="0" noProof="0" dirty="0">
                <a:solidFill>
                  <a:srgbClr val="706B75"/>
                </a:solidFill>
                <a:latin typeface="Times New Roman" panose="02020603050405020304" pitchFamily="18" charset="0"/>
                <a:ea typeface="+mn-ea"/>
                <a:cs typeface="Times New Roman" panose="02020603050405020304" pitchFamily="18" charset="0"/>
              </a:rPr>
              <a:t>y</a:t>
            </a:r>
            <a:r>
              <a:rPr kumimoji="0" sz="1050" kern="1200" cap="none" spc="320" normalizeH="0" baseline="0" noProof="0" dirty="0">
                <a:solidFill>
                  <a:srgbClr val="706B75"/>
                </a:solidFill>
                <a:latin typeface="Times New Roman" panose="02020603050405020304" pitchFamily="18" charset="0"/>
                <a:ea typeface="+mn-ea"/>
                <a:cs typeface="Times New Roman" panose="02020603050405020304" pitchFamily="18" charset="0"/>
              </a:rPr>
              <a:t>:</a:t>
            </a:r>
            <a:endParaRPr kumimoji="0" sz="1050" kern="1200" cap="none" spc="0" normalizeH="0" baseline="0" noProof="0">
              <a:latin typeface="Times New Roman" panose="02020603050405020304" pitchFamily="18" charset="0"/>
              <a:ea typeface="+mn-ea"/>
              <a:cs typeface="Times New Roman" panose="02020603050405020304" pitchFamily="18" charset="0"/>
            </a:endParaRPr>
          </a:p>
        </p:txBody>
      </p:sp>
      <p:sp>
        <p:nvSpPr>
          <p:cNvPr id="12" name="object 12"/>
          <p:cNvSpPr txBox="1"/>
          <p:nvPr/>
        </p:nvSpPr>
        <p:spPr>
          <a:xfrm>
            <a:off x="663575" y="6043613"/>
            <a:ext cx="573088" cy="27305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1950" kern="1200" cap="none" spc="-350" normalizeH="0" baseline="0" noProof="0" dirty="0">
                <a:solidFill>
                  <a:srgbClr val="C1BFC1"/>
                </a:solidFill>
                <a:latin typeface="Courier New" panose="02070309020205020404"/>
                <a:ea typeface="+mn-ea"/>
                <a:cs typeface="Courier New" panose="02070309020205020404"/>
              </a:rPr>
              <a:t>•</a:t>
            </a:r>
            <a:r>
              <a:rPr kumimoji="0" sz="1950" kern="1200" cap="none" spc="-425" normalizeH="0" baseline="0" noProof="0" dirty="0">
                <a:solidFill>
                  <a:srgbClr val="C1BFC1"/>
                </a:solidFill>
                <a:latin typeface="Courier New" panose="02070309020205020404"/>
                <a:ea typeface="+mn-ea"/>
                <a:cs typeface="Courier New" panose="02070309020205020404"/>
              </a:rPr>
              <a:t>•</a:t>
            </a:r>
            <a:r>
              <a:rPr kumimoji="0" sz="1950" kern="1200" cap="none" spc="-350" normalizeH="0" baseline="0" noProof="0" dirty="0">
                <a:solidFill>
                  <a:srgbClr val="C1BFC1"/>
                </a:solidFill>
                <a:latin typeface="Courier New" panose="02070309020205020404"/>
                <a:ea typeface="+mn-ea"/>
                <a:cs typeface="Courier New" panose="02070309020205020404"/>
              </a:rPr>
              <a:t>••</a:t>
            </a:r>
            <a:r>
              <a:rPr kumimoji="0" sz="1950" kern="1200" cap="none" spc="-85" normalizeH="0" baseline="0" noProof="0" dirty="0">
                <a:solidFill>
                  <a:srgbClr val="87B8E1"/>
                </a:solidFill>
                <a:latin typeface="Courier New" panose="02070309020205020404"/>
                <a:ea typeface="+mn-ea"/>
                <a:cs typeface="Courier New" panose="02070309020205020404"/>
              </a:rPr>
              <a:t>•</a:t>
            </a:r>
            <a:endParaRPr kumimoji="0" sz="1950" kern="1200" cap="none" spc="0" normalizeH="0" baseline="0" noProof="0">
              <a:latin typeface="Courier New" panose="02070309020205020404"/>
              <a:ea typeface="+mn-ea"/>
              <a:cs typeface="Courier New" panose="02070309020205020404"/>
            </a:endParaRPr>
          </a:p>
        </p:txBody>
      </p:sp>
      <p:sp>
        <p:nvSpPr>
          <p:cNvPr id="2" name="object 5"/>
          <p:cNvSpPr txBox="1"/>
          <p:nvPr/>
        </p:nvSpPr>
        <p:spPr>
          <a:xfrm>
            <a:off x="663575" y="3581400"/>
            <a:ext cx="971550" cy="176530"/>
          </a:xfrm>
          <a:prstGeom prst="rect">
            <a:avLst/>
          </a:prstGeom>
        </p:spPr>
        <p:txBody>
          <a:bodyPr vert="horz" wrap="square" lIns="0" tIns="0" rIns="0" bIns="0" rtlCol="0">
            <a:spAutoFit/>
          </a:bodyPr>
          <a:p>
            <a:pPr marL="12700" marR="0" defTabSz="914400" eaLnBrk="1" fontAlgn="auto" hangingPunct="1">
              <a:spcBef>
                <a:spcPts val="0"/>
              </a:spcBef>
              <a:spcAft>
                <a:spcPts val="0"/>
              </a:spcAft>
              <a:buClrTx/>
              <a:buSzTx/>
              <a:buFontTx/>
              <a:buNone/>
              <a:defRPr/>
            </a:pPr>
            <a:r>
              <a:rPr kumimoji="0" lang="en-US" sz="1150" b="1" kern="1200" cap="none" spc="20" normalizeH="0" baseline="0" noProof="0" dirty="0">
                <a:solidFill>
                  <a:srgbClr val="706B75"/>
                </a:solidFill>
                <a:latin typeface="Times New Roman" panose="02020603050405020304" pitchFamily="18" charset="0"/>
                <a:ea typeface="+mn-ea"/>
                <a:cs typeface="Times New Roman" panose="02020603050405020304" pitchFamily="18" charset="0"/>
              </a:rPr>
              <a:t>Presented</a:t>
            </a:r>
            <a:r>
              <a:rPr kumimoji="0" sz="1150" b="1" kern="1200" cap="none" spc="20" normalizeH="0" baseline="0" noProof="0" dirty="0">
                <a:solidFill>
                  <a:srgbClr val="706B75"/>
                </a:solidFill>
                <a:latin typeface="Times New Roman" panose="02020603050405020304" pitchFamily="18" charset="0"/>
                <a:ea typeface="+mn-ea"/>
                <a:cs typeface="Times New Roman" panose="02020603050405020304" pitchFamily="18" charset="0"/>
              </a:rPr>
              <a:t> </a:t>
            </a:r>
            <a:r>
              <a:rPr kumimoji="0" lang="en-US" sz="1150" b="1" kern="1200" cap="none" spc="20" normalizeH="0" baseline="0" noProof="0" dirty="0">
                <a:solidFill>
                  <a:srgbClr val="706B75"/>
                </a:solidFill>
                <a:latin typeface="Times New Roman" panose="02020603050405020304" pitchFamily="18" charset="0"/>
                <a:ea typeface="+mn-ea"/>
                <a:cs typeface="Times New Roman" panose="02020603050405020304" pitchFamily="18" charset="0"/>
              </a:rPr>
              <a:t>To</a:t>
            </a:r>
            <a:r>
              <a:rPr kumimoji="0" sz="1050" b="1" kern="1200" cap="none" spc="320" normalizeH="0" baseline="0" noProof="0" dirty="0">
                <a:solidFill>
                  <a:srgbClr val="706B75"/>
                </a:solidFill>
                <a:latin typeface="Times New Roman" panose="02020603050405020304" pitchFamily="18" charset="0"/>
                <a:ea typeface="+mn-ea"/>
                <a:cs typeface="Times New Roman" panose="02020603050405020304" pitchFamily="18" charset="0"/>
              </a:rPr>
              <a:t>:</a:t>
            </a:r>
            <a:endParaRPr kumimoji="0" sz="1050" b="1" kern="1200" cap="none" spc="0" normalizeH="0" baseline="0" noProof="0">
              <a:latin typeface="Times New Roman" panose="02020603050405020304" pitchFamily="18" charset="0"/>
              <a:ea typeface="+mn-ea"/>
              <a:cs typeface="Times New Roman" panose="02020603050405020304" pitchFamily="18" charset="0"/>
            </a:endParaRPr>
          </a:p>
        </p:txBody>
      </p:sp>
      <p:sp>
        <p:nvSpPr>
          <p:cNvPr id="6" name="object 5"/>
          <p:cNvSpPr txBox="1"/>
          <p:nvPr/>
        </p:nvSpPr>
        <p:spPr>
          <a:xfrm>
            <a:off x="1066800" y="3948430"/>
            <a:ext cx="3869055" cy="363220"/>
          </a:xfrm>
          <a:prstGeom prst="rect">
            <a:avLst/>
          </a:prstGeom>
        </p:spPr>
        <p:txBody>
          <a:bodyPr vert="horz" wrap="square" lIns="0" tIns="0" rIns="0" bIns="0" rtlCol="0">
            <a:noAutofit/>
          </a:bodyPr>
          <a:lstStyle/>
          <a:p>
            <a:pPr marL="12700" marR="0" defTabSz="914400" eaLnBrk="1" fontAlgn="auto" hangingPunct="1">
              <a:spcBef>
                <a:spcPts val="0"/>
              </a:spcBef>
              <a:spcAft>
                <a:spcPts val="0"/>
              </a:spcAft>
              <a:buClrTx/>
              <a:buSzTx/>
              <a:buFontTx/>
              <a:buNone/>
              <a:defRPr/>
            </a:pPr>
            <a:r>
              <a:rPr kumimoji="0" lang="en-US" sz="1800" kern="1200" cap="none" spc="320" normalizeH="0" baseline="0" noProof="0" dirty="0">
                <a:solidFill>
                  <a:srgbClr val="706B75"/>
                </a:solidFill>
                <a:latin typeface="Times New Roman" panose="02020603050405020304" pitchFamily="18" charset="0"/>
                <a:ea typeface="+mn-ea"/>
                <a:cs typeface="Times New Roman" panose="02020603050405020304" pitchFamily="18" charset="0"/>
              </a:rPr>
              <a:t>Prof. Sunil Gouda</a:t>
            </a:r>
            <a:endParaRPr kumimoji="0" lang="en-US" sz="1800" kern="1200" cap="none" spc="320" normalizeH="0" baseline="0" noProof="0" dirty="0">
              <a:solidFill>
                <a:srgbClr val="706B75"/>
              </a:solidFill>
              <a:latin typeface="Times New Roman" panose="02020603050405020304" pitchFamily="18" charset="0"/>
              <a:ea typeface="+mn-ea"/>
              <a:cs typeface="Times New Roman" panose="02020603050405020304" pitchFamily="18" charset="0"/>
            </a:endParaRPr>
          </a:p>
        </p:txBody>
      </p:sp>
      <p:pic>
        <p:nvPicPr>
          <p:cNvPr id="9" name="Content Placeholder 8" descr="kiit"/>
          <p:cNvPicPr>
            <a:picLocks noChangeAspect="1"/>
          </p:cNvPicPr>
          <p:nvPr>
            <p:ph sz="half" idx="2"/>
          </p:nvPr>
        </p:nvPicPr>
        <p:blipFill>
          <a:blip r:embed="rId2"/>
          <a:stretch>
            <a:fillRect/>
          </a:stretch>
        </p:blipFill>
        <p:spPr>
          <a:xfrm>
            <a:off x="1905000" y="609600"/>
            <a:ext cx="2302510" cy="1626870"/>
          </a:xfrm>
          <a:prstGeom prst="rect">
            <a:avLst/>
          </a:prstGeom>
        </p:spPr>
      </p:pic>
      <p:sp>
        <p:nvSpPr>
          <p:cNvPr id="16" name="Text Box 15"/>
          <p:cNvSpPr txBox="1"/>
          <p:nvPr/>
        </p:nvSpPr>
        <p:spPr>
          <a:xfrm>
            <a:off x="990600" y="4898390"/>
            <a:ext cx="5029200" cy="645160"/>
          </a:xfrm>
          <a:prstGeom prst="rect">
            <a:avLst/>
          </a:prstGeom>
          <a:noFill/>
        </p:spPr>
        <p:txBody>
          <a:bodyPr wrap="square" rtlCol="0" anchor="t">
            <a:spAutoFit/>
          </a:bodyPr>
          <a:p>
            <a:pPr marL="12700" marR="0" defTabSz="914400" eaLnBrk="1" fontAlgn="auto" hangingPunct="1">
              <a:spcBef>
                <a:spcPts val="0"/>
              </a:spcBef>
              <a:spcAft>
                <a:spcPts val="0"/>
              </a:spcAft>
              <a:buClrTx/>
              <a:buSzTx/>
              <a:buFontTx/>
              <a:buNone/>
              <a:defRPr/>
            </a:pPr>
            <a:r>
              <a:rPr lang="en-US" sz="1800" spc="320" noProof="0" dirty="0">
                <a:solidFill>
                  <a:srgbClr val="706B75"/>
                </a:solidFill>
                <a:latin typeface="Times New Roman" panose="02020603050405020304" pitchFamily="18" charset="0"/>
                <a:cs typeface="Times New Roman" panose="02020603050405020304" pitchFamily="18" charset="0"/>
                <a:sym typeface="+mn-ea"/>
              </a:rPr>
              <a:t>Guruvendra Singh (22052384)</a:t>
            </a:r>
            <a:endParaRPr lang="en-US" sz="1800" spc="320" noProof="0" dirty="0">
              <a:solidFill>
                <a:srgbClr val="706B75"/>
              </a:solidFill>
              <a:latin typeface="Times New Roman" panose="02020603050405020304" pitchFamily="18" charset="0"/>
              <a:cs typeface="Times New Roman" panose="02020603050405020304" pitchFamily="18" charset="0"/>
              <a:sym typeface="+mn-ea"/>
            </a:endParaRPr>
          </a:p>
          <a:p>
            <a:pPr marL="12700" marR="0" defTabSz="914400" eaLnBrk="1" fontAlgn="auto" hangingPunct="1">
              <a:spcBef>
                <a:spcPts val="0"/>
              </a:spcBef>
              <a:spcAft>
                <a:spcPts val="0"/>
              </a:spcAft>
              <a:buClrTx/>
              <a:buSzTx/>
              <a:buFontTx/>
              <a:buNone/>
              <a:defRPr/>
            </a:pPr>
            <a:r>
              <a:rPr lang="en-US" sz="1800" spc="320" noProof="0" dirty="0">
                <a:solidFill>
                  <a:srgbClr val="706B75"/>
                </a:solidFill>
                <a:latin typeface="Times New Roman" panose="02020603050405020304" pitchFamily="18" charset="0"/>
                <a:cs typeface="Times New Roman" panose="02020603050405020304" pitchFamily="18" charset="0"/>
                <a:sym typeface="+mn-ea"/>
              </a:rPr>
              <a:t>    </a:t>
            </a:r>
            <a:endParaRPr lang="en-US" sz="1800" spc="320" noProof="0" dirty="0">
              <a:solidFill>
                <a:srgbClr val="706B75"/>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171" name="object 3"/>
          <p:cNvSpPr/>
          <p:nvPr/>
        </p:nvSpPr>
        <p:spPr>
          <a:xfrm>
            <a:off x="514350" y="-27940"/>
            <a:ext cx="248285" cy="787273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7173" name="object 5"/>
          <p:cNvSpPr/>
          <p:nvPr/>
        </p:nvSpPr>
        <p:spPr>
          <a:xfrm>
            <a:off x="1123950" y="635"/>
            <a:ext cx="1143000" cy="7827645"/>
          </a:xfrm>
          <a:prstGeom prst="rect">
            <a:avLst/>
          </a:prstGeom>
          <a:blipFill rotWithShape="1">
            <a:blip r:embed="rId2"/>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6" name="object 6"/>
          <p:cNvSpPr txBox="1"/>
          <p:nvPr/>
        </p:nvSpPr>
        <p:spPr>
          <a:xfrm>
            <a:off x="2968625" y="1924050"/>
            <a:ext cx="3813175" cy="52705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tabLst>
                <a:tab pos="3798570" algn="l"/>
              </a:tabLst>
              <a:defRPr/>
            </a:pPr>
            <a:r>
              <a:rPr kumimoji="0" sz="3950" b="1" u="heavy" kern="1200" cap="none" spc="145" normalizeH="0" baseline="0" noProof="0" dirty="0">
                <a:solidFill>
                  <a:srgbClr val="3F74B8"/>
                </a:solidFill>
                <a:latin typeface="Arial" panose="020B0604020202020204"/>
                <a:ea typeface="+mn-ea"/>
                <a:cs typeface="Arial" panose="020B0604020202020204"/>
              </a:rPr>
              <a:t>Contents</a:t>
            </a:r>
            <a:r>
              <a:rPr kumimoji="0" sz="3950" b="1" u="heavy" kern="1200" cap="none" spc="-15" normalizeH="0" baseline="0" noProof="0" dirty="0">
                <a:solidFill>
                  <a:srgbClr val="3F74B8"/>
                </a:solidFill>
                <a:latin typeface="Arial" panose="020B0604020202020204"/>
                <a:ea typeface="+mn-ea"/>
                <a:cs typeface="Arial" panose="020B0604020202020204"/>
              </a:rPr>
              <a:t> 	</a:t>
            </a:r>
            <a:endParaRPr kumimoji="0" sz="3950" kern="1200" cap="none" spc="0" normalizeH="0" baseline="0" noProof="0">
              <a:latin typeface="Arial" panose="020B0604020202020204"/>
              <a:ea typeface="+mn-ea"/>
              <a:cs typeface="Arial" panose="020B0604020202020204"/>
            </a:endParaRPr>
          </a:p>
        </p:txBody>
      </p:sp>
      <p:sp>
        <p:nvSpPr>
          <p:cNvPr id="7" name="object 7"/>
          <p:cNvSpPr txBox="1"/>
          <p:nvPr/>
        </p:nvSpPr>
        <p:spPr>
          <a:xfrm>
            <a:off x="2968625" y="3143250"/>
            <a:ext cx="2460625" cy="1058545"/>
          </a:xfrm>
          <a:prstGeom prst="rect">
            <a:avLst/>
          </a:prstGeom>
        </p:spPr>
        <p:txBody>
          <a:bodyPr vert="horz" wrap="square" lIns="0" tIns="0" rIns="0" bIns="0" rtlCol="0">
            <a:spAutoFit/>
          </a:bodyPr>
          <a:p>
            <a:pPr marL="317500" indent="-304800" defTabSz="914400" eaLnBrk="1" hangingPunct="1">
              <a:lnSpc>
                <a:spcPct val="95000"/>
              </a:lnSpc>
              <a:buNone/>
              <a:tabLst>
                <a:tab pos="316230" algn="l"/>
              </a:tabLst>
            </a:pPr>
            <a:r>
              <a:rPr lang="zh-CN" altLang="x-none" sz="1400" b="1">
                <a:solidFill>
                  <a:srgbClr val="3F74B8"/>
                </a:solidFill>
                <a:latin typeface="Times New Roman" panose="02020603050405020304" pitchFamily="18" charset="0"/>
                <a:cs typeface="Times New Roman" panose="02020603050405020304" pitchFamily="18" charset="0"/>
              </a:rPr>
              <a:t>1.	</a:t>
            </a:r>
            <a:r>
              <a:rPr lang="zh-CN" altLang="x-none" sz="1400" b="1">
                <a:solidFill>
                  <a:srgbClr val="79383A"/>
                </a:solidFill>
                <a:latin typeface="Times New Roman" panose="02020603050405020304" pitchFamily="18" charset="0"/>
                <a:cs typeface="Times New Roman" panose="02020603050405020304" pitchFamily="18" charset="0"/>
              </a:rPr>
              <a:t>I</a:t>
            </a:r>
            <a:r>
              <a:rPr lang="zh-CN" altLang="x-none" sz="1400" b="1">
                <a:solidFill>
                  <a:srgbClr val="625B69"/>
                </a:solidFill>
                <a:latin typeface="Times New Roman" panose="02020603050405020304" pitchFamily="18" charset="0"/>
                <a:cs typeface="Times New Roman" panose="02020603050405020304" pitchFamily="18" charset="0"/>
              </a:rPr>
              <a:t>nt</a:t>
            </a:r>
            <a:r>
              <a:rPr lang="zh-CN" altLang="x-none" sz="1400" b="1">
                <a:solidFill>
                  <a:srgbClr val="7B7780"/>
                </a:solidFill>
                <a:latin typeface="Times New Roman" panose="02020603050405020304" pitchFamily="18" charset="0"/>
                <a:cs typeface="Times New Roman" panose="02020603050405020304" pitchFamily="18" charset="0"/>
              </a:rPr>
              <a:t>r</a:t>
            </a:r>
            <a:r>
              <a:rPr lang="zh-CN" altLang="x-none" sz="1400" b="1">
                <a:solidFill>
                  <a:srgbClr val="625B69"/>
                </a:solidFill>
                <a:latin typeface="Times New Roman" panose="02020603050405020304" pitchFamily="18" charset="0"/>
                <a:cs typeface="Times New Roman" panose="02020603050405020304" pitchFamily="18" charset="0"/>
              </a:rPr>
              <a:t>oduct</a:t>
            </a:r>
            <a:r>
              <a:rPr lang="zh-CN" altLang="x-none" sz="1400" b="1">
                <a:solidFill>
                  <a:srgbClr val="7B7780"/>
                </a:solidFill>
                <a:latin typeface="Times New Roman" panose="02020603050405020304" pitchFamily="18" charset="0"/>
                <a:cs typeface="Times New Roman" panose="02020603050405020304" pitchFamily="18" charset="0"/>
              </a:rPr>
              <a:t>i</a:t>
            </a:r>
            <a:r>
              <a:rPr lang="zh-CN" altLang="x-none" sz="1400" b="1">
                <a:solidFill>
                  <a:srgbClr val="625B69"/>
                </a:solidFill>
                <a:latin typeface="Times New Roman" panose="02020603050405020304" pitchFamily="18" charset="0"/>
                <a:cs typeface="Times New Roman" panose="02020603050405020304" pitchFamily="18" charset="0"/>
              </a:rPr>
              <a:t>on </a:t>
            </a:r>
            <a:r>
              <a:rPr lang="zh-CN" altLang="x-none" sz="1400" b="1">
                <a:solidFill>
                  <a:srgbClr val="484D72"/>
                </a:solidFill>
                <a:latin typeface="Times New Roman" panose="02020603050405020304" pitchFamily="18" charset="0"/>
                <a:cs typeface="Times New Roman" panose="02020603050405020304" pitchFamily="18" charset="0"/>
              </a:rPr>
              <a:t>t</a:t>
            </a:r>
            <a:r>
              <a:rPr lang="zh-CN" altLang="x-none" sz="1400" b="1">
                <a:solidFill>
                  <a:srgbClr val="625B69"/>
                </a:solidFill>
                <a:latin typeface="Times New Roman" panose="02020603050405020304" pitchFamily="18" charset="0"/>
                <a:cs typeface="Times New Roman" panose="02020603050405020304" pitchFamily="18" charset="0"/>
              </a:rPr>
              <a:t>o OT</a:t>
            </a:r>
            <a:r>
              <a:rPr lang="zh-CN" altLang="x-none" sz="1400" b="1">
                <a:solidFill>
                  <a:srgbClr val="3D3A50"/>
                </a:solidFill>
                <a:latin typeface="Times New Roman" panose="02020603050405020304" pitchFamily="18" charset="0"/>
                <a:cs typeface="Times New Roman" panose="02020603050405020304" pitchFamily="18" charset="0"/>
              </a:rPr>
              <a:t>T </a:t>
            </a:r>
            <a:r>
              <a:rPr lang="zh-CN" altLang="x-none" sz="1400" b="1">
                <a:solidFill>
                  <a:srgbClr val="625B69"/>
                </a:solidFill>
                <a:latin typeface="Times New Roman" panose="02020603050405020304" pitchFamily="18" charset="0"/>
                <a:cs typeface="Times New Roman" panose="02020603050405020304" pitchFamily="18" charset="0"/>
              </a:rPr>
              <a:t>Consume</a:t>
            </a:r>
            <a:r>
              <a:rPr lang="zh-CN" altLang="x-none" sz="1400" b="1">
                <a:solidFill>
                  <a:srgbClr val="46598C"/>
                </a:solidFill>
                <a:latin typeface="Times New Roman" panose="02020603050405020304" pitchFamily="18" charset="0"/>
                <a:cs typeface="Times New Roman" panose="02020603050405020304" pitchFamily="18" charset="0"/>
              </a:rPr>
              <a:t>r </a:t>
            </a:r>
            <a:r>
              <a:rPr lang="zh-CN" altLang="x-none" sz="1400" b="1">
                <a:solidFill>
                  <a:srgbClr val="625B69"/>
                </a:solidFill>
                <a:latin typeface="Times New Roman" panose="02020603050405020304" pitchFamily="18" charset="0"/>
                <a:cs typeface="Times New Roman" panose="02020603050405020304" pitchFamily="18" charset="0"/>
              </a:rPr>
              <a:t>Segmentat</a:t>
            </a:r>
            <a:r>
              <a:rPr lang="zh-CN" altLang="x-none" sz="1400" b="1">
                <a:solidFill>
                  <a:srgbClr val="46598C"/>
                </a:solidFill>
                <a:latin typeface="Times New Roman" panose="02020603050405020304" pitchFamily="18" charset="0"/>
                <a:cs typeface="Times New Roman" panose="02020603050405020304" pitchFamily="18" charset="0"/>
              </a:rPr>
              <a:t>i</a:t>
            </a:r>
            <a:r>
              <a:rPr lang="zh-CN" altLang="x-none" sz="1400" b="1">
                <a:solidFill>
                  <a:srgbClr val="625B69"/>
                </a:solidFill>
                <a:latin typeface="Times New Roman" panose="02020603050405020304" pitchFamily="18" charset="0"/>
                <a:cs typeface="Times New Roman" panose="02020603050405020304" pitchFamily="18" charset="0"/>
              </a:rPr>
              <a:t>o</a:t>
            </a:r>
            <a:r>
              <a:rPr lang="zh-CN" altLang="x-none" sz="1400" b="1">
                <a:solidFill>
                  <a:srgbClr val="484D72"/>
                </a:solidFill>
                <a:latin typeface="Times New Roman" panose="02020603050405020304" pitchFamily="18" charset="0"/>
                <a:cs typeface="Times New Roman" panose="02020603050405020304" pitchFamily="18" charset="0"/>
              </a:rPr>
              <a:t>n</a:t>
            </a:r>
            <a:endParaRPr lang="zh-CN" altLang="x-none" sz="1400" b="1" dirty="0">
              <a:latin typeface="Times New Roman" panose="02020603050405020304" pitchFamily="18" charset="0"/>
              <a:cs typeface="Times New Roman" panose="02020603050405020304" pitchFamily="18" charset="0"/>
            </a:endParaRPr>
          </a:p>
          <a:p>
            <a:pPr marL="317500" indent="-304800" defTabSz="914400" eaLnBrk="1" hangingPunct="1">
              <a:buNone/>
              <a:tabLst>
                <a:tab pos="316230" algn="l"/>
              </a:tabLst>
            </a:pPr>
            <a:endParaRPr lang="zh-CN" altLang="x-none" sz="1400" b="1" dirty="0">
              <a:latin typeface="Times New Roman" panose="02020603050405020304" pitchFamily="18" charset="0"/>
              <a:cs typeface="Times New Roman" panose="02020603050405020304" pitchFamily="18" charset="0"/>
            </a:endParaRPr>
          </a:p>
          <a:p>
            <a:pPr marL="317500" indent="-304800" defTabSz="914400" eaLnBrk="1" hangingPunct="1">
              <a:spcBef>
                <a:spcPts val="25"/>
              </a:spcBef>
              <a:buNone/>
              <a:tabLst>
                <a:tab pos="316230" algn="l"/>
              </a:tabLst>
            </a:pPr>
            <a:endParaRPr lang="zh-CN" altLang="x-none" sz="1400" b="1" dirty="0">
              <a:latin typeface="Times New Roman" panose="02020603050405020304" pitchFamily="18" charset="0"/>
              <a:cs typeface="Times New Roman" panose="02020603050405020304" pitchFamily="18" charset="0"/>
            </a:endParaRPr>
          </a:p>
          <a:p>
            <a:pPr marL="317500" indent="-304800" defTabSz="914400" eaLnBrk="1" hangingPunct="1">
              <a:buNone/>
              <a:tabLst>
                <a:tab pos="316230" algn="l"/>
              </a:tabLst>
            </a:pPr>
            <a:r>
              <a:rPr lang="zh-CN" altLang="x-none" sz="1400" b="1">
                <a:solidFill>
                  <a:srgbClr val="3F74B8"/>
                </a:solidFill>
                <a:latin typeface="Times New Roman" panose="02020603050405020304" pitchFamily="18" charset="0"/>
                <a:cs typeface="Times New Roman" panose="02020603050405020304" pitchFamily="18" charset="0"/>
              </a:rPr>
              <a:t>3.  </a:t>
            </a:r>
            <a:r>
              <a:rPr lang="zh-CN" altLang="x-none" sz="1400" b="1">
                <a:solidFill>
                  <a:srgbClr val="625B69"/>
                </a:solidFill>
                <a:latin typeface="Times New Roman" panose="02020603050405020304" pitchFamily="18" charset="0"/>
                <a:cs typeface="Times New Roman" panose="02020603050405020304" pitchFamily="18" charset="0"/>
              </a:rPr>
              <a:t>Ob</a:t>
            </a:r>
            <a:r>
              <a:rPr lang="zh-CN" altLang="x-none" sz="1400" b="1">
                <a:solidFill>
                  <a:srgbClr val="484D72"/>
                </a:solidFill>
                <a:latin typeface="Times New Roman" panose="02020603050405020304" pitchFamily="18" charset="0"/>
                <a:cs typeface="Times New Roman" panose="02020603050405020304" pitchFamily="18" charset="0"/>
              </a:rPr>
              <a:t>j</a:t>
            </a:r>
            <a:r>
              <a:rPr lang="zh-CN" altLang="x-none" sz="1400" b="1">
                <a:solidFill>
                  <a:srgbClr val="625B69"/>
                </a:solidFill>
                <a:latin typeface="Times New Roman" panose="02020603050405020304" pitchFamily="18" charset="0"/>
                <a:cs typeface="Times New Roman" panose="02020603050405020304" pitchFamily="18" charset="0"/>
              </a:rPr>
              <a:t>ec</a:t>
            </a:r>
            <a:r>
              <a:rPr lang="zh-CN" altLang="x-none" sz="1400" b="1">
                <a:solidFill>
                  <a:srgbClr val="543D4B"/>
                </a:solidFill>
                <a:latin typeface="Times New Roman" panose="02020603050405020304" pitchFamily="18" charset="0"/>
                <a:cs typeface="Times New Roman" panose="02020603050405020304" pitchFamily="18" charset="0"/>
              </a:rPr>
              <a:t>t</a:t>
            </a:r>
            <a:r>
              <a:rPr lang="zh-CN" altLang="x-none" sz="1400" b="1">
                <a:solidFill>
                  <a:srgbClr val="3B3D75"/>
                </a:solidFill>
                <a:latin typeface="Times New Roman" panose="02020603050405020304" pitchFamily="18" charset="0"/>
                <a:cs typeface="Times New Roman" panose="02020603050405020304" pitchFamily="18" charset="0"/>
              </a:rPr>
              <a:t>i</a:t>
            </a:r>
            <a:r>
              <a:rPr lang="zh-CN" altLang="x-none" sz="1400" b="1">
                <a:solidFill>
                  <a:srgbClr val="625B69"/>
                </a:solidFill>
                <a:latin typeface="Times New Roman" panose="02020603050405020304" pitchFamily="18" charset="0"/>
                <a:cs typeface="Times New Roman" panose="02020603050405020304" pitchFamily="18" charset="0"/>
              </a:rPr>
              <a:t>ve</a:t>
            </a:r>
            <a:endParaRPr lang="zh-CN" altLang="x-none" sz="1400" b="1"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8" name="object 8"/>
          <p:cNvSpPr txBox="1"/>
          <p:nvPr/>
        </p:nvSpPr>
        <p:spPr>
          <a:xfrm>
            <a:off x="6359525" y="3143250"/>
            <a:ext cx="1965325" cy="2068195"/>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1400" b="1" kern="1200" cap="none" spc="145" normalizeH="0" baseline="0" noProof="0" dirty="0">
                <a:solidFill>
                  <a:srgbClr val="3F74B8"/>
                </a:solidFill>
                <a:latin typeface="Times New Roman" panose="02020603050405020304" pitchFamily="18" charset="0"/>
                <a:ea typeface="+mn-ea"/>
                <a:cs typeface="Times New Roman" panose="02020603050405020304" pitchFamily="18" charset="0"/>
              </a:rPr>
              <a:t>2</a:t>
            </a:r>
            <a:r>
              <a:rPr kumimoji="0" sz="1400" b="1" kern="1200" cap="none" spc="270" normalizeH="0" baseline="0" noProof="0" dirty="0">
                <a:solidFill>
                  <a:srgbClr val="3F74B8"/>
                </a:solidFill>
                <a:latin typeface="Times New Roman" panose="02020603050405020304" pitchFamily="18" charset="0"/>
                <a:ea typeface="+mn-ea"/>
                <a:cs typeface="Times New Roman" panose="02020603050405020304" pitchFamily="18" charset="0"/>
              </a:rPr>
              <a:t>.</a:t>
            </a:r>
            <a:r>
              <a:rPr kumimoji="0" sz="1400" b="1" kern="1200" cap="none" spc="0" normalizeH="0" baseline="0" noProof="0" dirty="0">
                <a:solidFill>
                  <a:srgbClr val="3F74B8"/>
                </a:solidFill>
                <a:latin typeface="Times New Roman" panose="02020603050405020304" pitchFamily="18" charset="0"/>
                <a:ea typeface="+mn-ea"/>
                <a:cs typeface="Times New Roman" panose="02020603050405020304" pitchFamily="18" charset="0"/>
              </a:rPr>
              <a:t> </a:t>
            </a:r>
            <a:r>
              <a:rPr kumimoji="0" sz="1400" b="1" kern="1200" cap="none" spc="-10" normalizeH="0" baseline="0" noProof="0" dirty="0">
                <a:solidFill>
                  <a:srgbClr val="3F74B8"/>
                </a:solidFill>
                <a:latin typeface="Times New Roman" panose="02020603050405020304" pitchFamily="18" charset="0"/>
                <a:ea typeface="+mn-ea"/>
                <a:cs typeface="Times New Roman" panose="02020603050405020304" pitchFamily="18" charset="0"/>
              </a:rPr>
              <a:t> </a:t>
            </a:r>
            <a:r>
              <a:rPr kumimoji="0" sz="1400" b="1" kern="1200" cap="none" spc="0" normalizeH="0" baseline="0" noProof="0" dirty="0">
                <a:solidFill>
                  <a:srgbClr val="625B69"/>
                </a:solidFill>
                <a:latin typeface="Times New Roman" panose="02020603050405020304" pitchFamily="18" charset="0"/>
                <a:ea typeface="+mn-ea"/>
                <a:cs typeface="Times New Roman" panose="02020603050405020304" pitchFamily="18" charset="0"/>
              </a:rPr>
              <a:t>Pro</a:t>
            </a:r>
            <a:r>
              <a:rPr kumimoji="0" sz="1400" b="1" kern="1200" cap="none" spc="-10" normalizeH="0" baseline="0" noProof="0" dirty="0">
                <a:solidFill>
                  <a:srgbClr val="625B69"/>
                </a:solidFill>
                <a:latin typeface="Times New Roman" panose="02020603050405020304" pitchFamily="18" charset="0"/>
                <a:ea typeface="+mn-ea"/>
                <a:cs typeface="Times New Roman" panose="02020603050405020304" pitchFamily="18" charset="0"/>
              </a:rPr>
              <a:t>b</a:t>
            </a:r>
            <a:r>
              <a:rPr kumimoji="0" sz="1400" b="1" kern="1200" cap="none" spc="30" normalizeH="0" baseline="0" noProof="0" dirty="0">
                <a:solidFill>
                  <a:srgbClr val="79383A"/>
                </a:solidFill>
                <a:latin typeface="Times New Roman" panose="02020603050405020304" pitchFamily="18" charset="0"/>
                <a:ea typeface="+mn-ea"/>
                <a:cs typeface="Times New Roman" panose="02020603050405020304" pitchFamily="18" charset="0"/>
              </a:rPr>
              <a:t>l</a:t>
            </a:r>
            <a:r>
              <a:rPr kumimoji="0" sz="1400" b="1" kern="1200" cap="none" spc="80" normalizeH="0" baseline="0" noProof="0" dirty="0">
                <a:solidFill>
                  <a:srgbClr val="625B69"/>
                </a:solidFill>
                <a:latin typeface="Times New Roman" panose="02020603050405020304" pitchFamily="18" charset="0"/>
                <a:ea typeface="+mn-ea"/>
                <a:cs typeface="Times New Roman" panose="02020603050405020304" pitchFamily="18" charset="0"/>
              </a:rPr>
              <a:t>em</a:t>
            </a:r>
            <a:r>
              <a:rPr kumimoji="0" sz="1400" b="1" kern="1200" cap="none" spc="5" normalizeH="0" baseline="0" noProof="0" dirty="0">
                <a:solidFill>
                  <a:srgbClr val="625B69"/>
                </a:solidFill>
                <a:latin typeface="Times New Roman" panose="02020603050405020304" pitchFamily="18" charset="0"/>
                <a:ea typeface="+mn-ea"/>
                <a:cs typeface="Times New Roman" panose="02020603050405020304" pitchFamily="18" charset="0"/>
              </a:rPr>
              <a:t> </a:t>
            </a:r>
            <a:r>
              <a:rPr kumimoji="0" sz="1400" b="1" kern="1200" cap="none" spc="-210" normalizeH="0" baseline="0" noProof="0" dirty="0">
                <a:solidFill>
                  <a:srgbClr val="625B69"/>
                </a:solidFill>
                <a:latin typeface="Times New Roman" panose="02020603050405020304" pitchFamily="18" charset="0"/>
                <a:ea typeface="+mn-ea"/>
                <a:cs typeface="Times New Roman" panose="02020603050405020304" pitchFamily="18" charset="0"/>
              </a:rPr>
              <a:t>S</a:t>
            </a:r>
            <a:r>
              <a:rPr kumimoji="0" sz="1400" b="1" kern="1200" cap="none" spc="35" normalizeH="0" baseline="0" noProof="0" dirty="0">
                <a:solidFill>
                  <a:srgbClr val="543D4B"/>
                </a:solidFill>
                <a:latin typeface="Times New Roman" panose="02020603050405020304" pitchFamily="18" charset="0"/>
                <a:ea typeface="+mn-ea"/>
                <a:cs typeface="Times New Roman" panose="02020603050405020304" pitchFamily="18" charset="0"/>
              </a:rPr>
              <a:t>t</a:t>
            </a:r>
            <a:r>
              <a:rPr kumimoji="0" sz="1400" b="1" kern="1200" cap="none" spc="55" normalizeH="0" baseline="0" noProof="0" dirty="0">
                <a:solidFill>
                  <a:srgbClr val="625B69"/>
                </a:solidFill>
                <a:latin typeface="Times New Roman" panose="02020603050405020304" pitchFamily="18" charset="0"/>
                <a:ea typeface="+mn-ea"/>
                <a:cs typeface="Times New Roman" panose="02020603050405020304" pitchFamily="18" charset="0"/>
              </a:rPr>
              <a:t>atement</a:t>
            </a:r>
            <a:endParaRPr kumimoji="0" sz="1400" b="1" kern="1200" cap="none" spc="0" normalizeH="0" baseline="0" noProof="0">
              <a:latin typeface="Times New Roman" panose="02020603050405020304" pitchFamily="18" charset="0"/>
              <a:ea typeface="+mn-ea"/>
              <a:cs typeface="Times New Roman" panose="02020603050405020304" pitchFamily="18" charset="0"/>
            </a:endParaRPr>
          </a:p>
          <a:p>
            <a:pPr marR="0" defTabSz="914400" eaLnBrk="1" fontAlgn="auto" hangingPunct="1">
              <a:spcBef>
                <a:spcPts val="0"/>
              </a:spcBef>
              <a:spcAft>
                <a:spcPts val="0"/>
              </a:spcAft>
              <a:buClrTx/>
              <a:buSzTx/>
              <a:buFontTx/>
              <a:buNone/>
              <a:defRPr/>
            </a:pPr>
            <a:endParaRPr kumimoji="0" sz="1400" b="1" kern="1200" cap="none" spc="0" normalizeH="0" baseline="0" noProof="0">
              <a:latin typeface="Times New Roman" panose="02020603050405020304" pitchFamily="18" charset="0"/>
              <a:ea typeface="+mn-ea"/>
              <a:cs typeface="Times New Roman" panose="02020603050405020304" pitchFamily="18" charset="0"/>
            </a:endParaRPr>
          </a:p>
          <a:p>
            <a:pPr marR="0" defTabSz="914400" eaLnBrk="1" fontAlgn="auto" hangingPunct="1">
              <a:spcBef>
                <a:spcPts val="0"/>
              </a:spcBef>
              <a:spcAft>
                <a:spcPts val="0"/>
              </a:spcAft>
              <a:buClrTx/>
              <a:buSzTx/>
              <a:buFontTx/>
              <a:buNone/>
              <a:defRPr/>
            </a:pPr>
            <a:endParaRPr kumimoji="0" sz="1400" b="1" kern="1200" cap="none" spc="0" normalizeH="0" baseline="0" noProof="0">
              <a:latin typeface="Times New Roman" panose="02020603050405020304" pitchFamily="18" charset="0"/>
              <a:ea typeface="+mn-ea"/>
              <a:cs typeface="Times New Roman" panose="02020603050405020304" pitchFamily="18" charset="0"/>
            </a:endParaRPr>
          </a:p>
          <a:p>
            <a:pPr marL="12700" marR="0" defTabSz="914400" eaLnBrk="1" fontAlgn="auto" hangingPunct="1">
              <a:spcBef>
                <a:spcPts val="940"/>
              </a:spcBef>
              <a:spcAft>
                <a:spcPts val="0"/>
              </a:spcAft>
              <a:buClrTx/>
              <a:buSzTx/>
              <a:buFontTx/>
              <a:buNone/>
              <a:defRPr/>
            </a:pPr>
            <a:r>
              <a:rPr kumimoji="0" sz="1400" b="1" kern="1200" cap="none" spc="300" normalizeH="0" baseline="0" noProof="0" dirty="0">
                <a:solidFill>
                  <a:srgbClr val="3F74B8"/>
                </a:solidFill>
                <a:latin typeface="Times New Roman" panose="02020603050405020304" pitchFamily="18" charset="0"/>
                <a:ea typeface="+mn-ea"/>
                <a:cs typeface="Times New Roman" panose="02020603050405020304" pitchFamily="18" charset="0"/>
              </a:rPr>
              <a:t>4</a:t>
            </a:r>
            <a:r>
              <a:rPr kumimoji="0" sz="1400" b="1" kern="1200" cap="none" spc="270" normalizeH="0" baseline="0" noProof="0" dirty="0">
                <a:solidFill>
                  <a:srgbClr val="3F74B8"/>
                </a:solidFill>
                <a:latin typeface="Times New Roman" panose="02020603050405020304" pitchFamily="18" charset="0"/>
                <a:ea typeface="+mn-ea"/>
                <a:cs typeface="Times New Roman" panose="02020603050405020304" pitchFamily="18" charset="0"/>
              </a:rPr>
              <a:t>.</a:t>
            </a:r>
            <a:r>
              <a:rPr kumimoji="0" sz="1400" b="1" kern="1200" cap="none" spc="0" normalizeH="0" baseline="0" noProof="0" dirty="0">
                <a:solidFill>
                  <a:srgbClr val="3F74B8"/>
                </a:solidFill>
                <a:latin typeface="Times New Roman" panose="02020603050405020304" pitchFamily="18" charset="0"/>
                <a:ea typeface="+mn-ea"/>
                <a:cs typeface="Times New Roman" panose="02020603050405020304" pitchFamily="18" charset="0"/>
              </a:rPr>
              <a:t> </a:t>
            </a:r>
            <a:r>
              <a:rPr kumimoji="0" sz="1400" b="1" kern="1200" cap="none" spc="-160" normalizeH="0" baseline="0" noProof="0" dirty="0">
                <a:solidFill>
                  <a:srgbClr val="3F74B8"/>
                </a:solidFill>
                <a:latin typeface="Times New Roman" panose="02020603050405020304" pitchFamily="18" charset="0"/>
                <a:ea typeface="+mn-ea"/>
                <a:cs typeface="Times New Roman" panose="02020603050405020304" pitchFamily="18" charset="0"/>
              </a:rPr>
              <a:t> </a:t>
            </a:r>
            <a:r>
              <a:rPr kumimoji="0" sz="1400" b="1" kern="1200" cap="none" spc="-15" normalizeH="0" baseline="0" noProof="0" dirty="0">
                <a:solidFill>
                  <a:srgbClr val="625B69"/>
                </a:solidFill>
                <a:latin typeface="Times New Roman" panose="02020603050405020304" pitchFamily="18" charset="0"/>
                <a:ea typeface="+mn-ea"/>
                <a:cs typeface="Times New Roman" panose="02020603050405020304" pitchFamily="18" charset="0"/>
              </a:rPr>
              <a:t>Py</a:t>
            </a:r>
            <a:r>
              <a:rPr kumimoji="0" sz="1400" b="1" kern="1200" cap="none" spc="0" normalizeH="0" baseline="0" noProof="0" dirty="0">
                <a:solidFill>
                  <a:srgbClr val="625B69"/>
                </a:solidFill>
                <a:latin typeface="Times New Roman" panose="02020603050405020304" pitchFamily="18" charset="0"/>
                <a:ea typeface="+mn-ea"/>
                <a:cs typeface="Times New Roman" panose="02020603050405020304" pitchFamily="18" charset="0"/>
              </a:rPr>
              <a:t>t</a:t>
            </a:r>
            <a:r>
              <a:rPr kumimoji="0" sz="1400" b="1" kern="1200" cap="none" spc="0" normalizeH="0" baseline="0" noProof="0" dirty="0">
                <a:solidFill>
                  <a:srgbClr val="484D72"/>
                </a:solidFill>
                <a:latin typeface="Times New Roman" panose="02020603050405020304" pitchFamily="18" charset="0"/>
                <a:ea typeface="+mn-ea"/>
                <a:cs typeface="Times New Roman" panose="02020603050405020304" pitchFamily="18" charset="0"/>
              </a:rPr>
              <a:t>h</a:t>
            </a:r>
            <a:r>
              <a:rPr kumimoji="0" sz="1400" b="1" kern="1200" cap="none" spc="60" normalizeH="0" baseline="0" noProof="0" dirty="0">
                <a:solidFill>
                  <a:srgbClr val="625B69"/>
                </a:solidFill>
                <a:latin typeface="Times New Roman" panose="02020603050405020304" pitchFamily="18" charset="0"/>
                <a:ea typeface="+mn-ea"/>
                <a:cs typeface="Times New Roman" panose="02020603050405020304" pitchFamily="18" charset="0"/>
              </a:rPr>
              <a:t>on</a:t>
            </a:r>
            <a:r>
              <a:rPr kumimoji="0" sz="1400" b="1" kern="1200" cap="none" spc="10" normalizeH="0" baseline="0" noProof="0" dirty="0">
                <a:solidFill>
                  <a:srgbClr val="625B69"/>
                </a:solidFill>
                <a:latin typeface="Times New Roman" panose="02020603050405020304" pitchFamily="18" charset="0"/>
                <a:ea typeface="+mn-ea"/>
                <a:cs typeface="Times New Roman" panose="02020603050405020304" pitchFamily="18" charset="0"/>
              </a:rPr>
              <a:t> </a:t>
            </a:r>
            <a:r>
              <a:rPr kumimoji="0" sz="1400" b="1" kern="1200" cap="none" spc="-215" normalizeH="0" baseline="0" noProof="0" dirty="0">
                <a:solidFill>
                  <a:srgbClr val="484D72"/>
                </a:solidFill>
                <a:latin typeface="Times New Roman" panose="02020603050405020304" pitchFamily="18" charset="0"/>
                <a:ea typeface="+mn-ea"/>
                <a:cs typeface="Times New Roman" panose="02020603050405020304" pitchFamily="18" charset="0"/>
              </a:rPr>
              <a:t>P</a:t>
            </a:r>
            <a:r>
              <a:rPr kumimoji="0" sz="1400" b="1" kern="1200" cap="none" spc="35" normalizeH="0" baseline="0" noProof="0" dirty="0">
                <a:solidFill>
                  <a:srgbClr val="625B69"/>
                </a:solidFill>
                <a:latin typeface="Times New Roman" panose="02020603050405020304" pitchFamily="18" charset="0"/>
                <a:ea typeface="+mn-ea"/>
                <a:cs typeface="Times New Roman" panose="02020603050405020304" pitchFamily="18" charset="0"/>
              </a:rPr>
              <a:t>ackages</a:t>
            </a:r>
            <a:r>
              <a:rPr kumimoji="0" sz="1400" b="1" kern="1200" cap="none" spc="100" normalizeH="0" baseline="0" noProof="0" dirty="0">
                <a:solidFill>
                  <a:srgbClr val="625B69"/>
                </a:solidFill>
                <a:latin typeface="Times New Roman" panose="02020603050405020304" pitchFamily="18" charset="0"/>
                <a:ea typeface="+mn-ea"/>
                <a:cs typeface="Times New Roman" panose="02020603050405020304" pitchFamily="18" charset="0"/>
              </a:rPr>
              <a:t> </a:t>
            </a:r>
            <a:r>
              <a:rPr kumimoji="0" sz="1400" b="1" kern="1200" cap="none" spc="5" normalizeH="0" baseline="0" noProof="0" dirty="0">
                <a:solidFill>
                  <a:srgbClr val="625B69"/>
                </a:solidFill>
                <a:latin typeface="Times New Roman" panose="02020603050405020304" pitchFamily="18" charset="0"/>
                <a:ea typeface="+mn-ea"/>
                <a:cs typeface="Times New Roman" panose="02020603050405020304" pitchFamily="18" charset="0"/>
              </a:rPr>
              <a:t>Used</a:t>
            </a:r>
            <a:endParaRPr kumimoji="0" sz="1400" b="1" kern="1200" cap="none" spc="0" normalizeH="0" baseline="0" noProof="0">
              <a:latin typeface="Times New Roman" panose="02020603050405020304" pitchFamily="18" charset="0"/>
              <a:ea typeface="+mn-ea"/>
              <a:cs typeface="Times New Roman" panose="02020603050405020304" pitchFamily="18" charset="0"/>
            </a:endParaRPr>
          </a:p>
          <a:p>
            <a:pPr marR="0" defTabSz="914400" eaLnBrk="1" fontAlgn="auto" hangingPunct="1">
              <a:spcBef>
                <a:spcPts val="0"/>
              </a:spcBef>
              <a:spcAft>
                <a:spcPts val="0"/>
              </a:spcAft>
              <a:buClrTx/>
              <a:buSzTx/>
              <a:buFontTx/>
              <a:buNone/>
              <a:defRPr/>
            </a:pPr>
            <a:endParaRPr kumimoji="0" sz="1400" b="1" kern="1200" cap="none" spc="0" normalizeH="0" baseline="0" noProof="0">
              <a:latin typeface="Times New Roman" panose="02020603050405020304" pitchFamily="18" charset="0"/>
              <a:ea typeface="+mn-ea"/>
              <a:cs typeface="Times New Roman" panose="02020603050405020304" pitchFamily="18" charset="0"/>
            </a:endParaRPr>
          </a:p>
          <a:p>
            <a:pPr marR="0" defTabSz="914400" eaLnBrk="1" fontAlgn="auto" hangingPunct="1">
              <a:spcBef>
                <a:spcPts val="35"/>
              </a:spcBef>
              <a:spcAft>
                <a:spcPts val="0"/>
              </a:spcAft>
              <a:buClrTx/>
              <a:buSzTx/>
              <a:buFontTx/>
              <a:buNone/>
              <a:defRPr/>
            </a:pPr>
            <a:endParaRPr kumimoji="0" sz="1400" b="1" kern="1200" cap="none" spc="0" normalizeH="0" baseline="0" noProof="0">
              <a:latin typeface="Times New Roman" panose="02020603050405020304" pitchFamily="18" charset="0"/>
              <a:ea typeface="+mn-ea"/>
              <a:cs typeface="Times New Roman" panose="02020603050405020304" pitchFamily="18" charset="0"/>
            </a:endParaRPr>
          </a:p>
          <a:p>
            <a:pPr marR="0" defTabSz="914400" eaLnBrk="1" fontAlgn="auto" hangingPunct="1">
              <a:spcBef>
                <a:spcPts val="35"/>
              </a:spcBef>
              <a:spcAft>
                <a:spcPts val="0"/>
              </a:spcAft>
              <a:buClrTx/>
              <a:buSzTx/>
              <a:buFontTx/>
              <a:buNone/>
              <a:defRPr/>
            </a:pPr>
            <a:endParaRPr kumimoji="0" sz="1400" b="1" kern="1200" cap="none" spc="0" normalizeH="0" baseline="0" noProof="0">
              <a:latin typeface="Times New Roman" panose="02020603050405020304" pitchFamily="18" charset="0"/>
              <a:ea typeface="+mn-ea"/>
              <a:cs typeface="Times New Roman" panose="02020603050405020304" pitchFamily="18" charset="0"/>
            </a:endParaRPr>
          </a:p>
          <a:p>
            <a:pPr marL="22225" marR="0" defTabSz="914400" eaLnBrk="1" fontAlgn="auto" hangingPunct="1">
              <a:spcBef>
                <a:spcPts val="0"/>
              </a:spcBef>
              <a:spcAft>
                <a:spcPts val="0"/>
              </a:spcAft>
              <a:buClrTx/>
              <a:buSzTx/>
              <a:buFontTx/>
              <a:buNone/>
              <a:defRPr/>
            </a:pPr>
            <a:r>
              <a:rPr kumimoji="0" sz="1400" b="1" kern="1200" cap="none" spc="85" normalizeH="0" baseline="0" noProof="0" dirty="0">
                <a:solidFill>
                  <a:srgbClr val="3F74B8"/>
                </a:solidFill>
                <a:latin typeface="Times New Roman" panose="02020603050405020304" pitchFamily="18" charset="0"/>
                <a:ea typeface="+mn-ea"/>
                <a:cs typeface="Times New Roman" panose="02020603050405020304" pitchFamily="18" charset="0"/>
              </a:rPr>
              <a:t>6. </a:t>
            </a:r>
            <a:r>
              <a:rPr kumimoji="0" sz="1400" b="1" kern="1200" cap="none" spc="40" normalizeH="0" baseline="0" noProof="0" dirty="0">
                <a:solidFill>
                  <a:srgbClr val="3F74B8"/>
                </a:solidFill>
                <a:latin typeface="Times New Roman" panose="02020603050405020304" pitchFamily="18" charset="0"/>
                <a:ea typeface="+mn-ea"/>
                <a:cs typeface="Times New Roman" panose="02020603050405020304" pitchFamily="18" charset="0"/>
              </a:rPr>
              <a:t> </a:t>
            </a:r>
            <a:r>
              <a:rPr kumimoji="0" lang="en-US" sz="1400" b="1" kern="1200" cap="none" spc="40" normalizeH="0" baseline="0" noProof="0" dirty="0">
                <a:solidFill>
                  <a:srgbClr val="3F74B8"/>
                </a:solidFill>
                <a:latin typeface="Times New Roman" panose="02020603050405020304" pitchFamily="18" charset="0"/>
                <a:ea typeface="+mn-ea"/>
                <a:cs typeface="Times New Roman" panose="02020603050405020304" pitchFamily="18" charset="0"/>
              </a:rPr>
              <a:t>C</a:t>
            </a:r>
            <a:r>
              <a:rPr kumimoji="0" sz="1400" b="1" kern="1200" cap="none" spc="100" normalizeH="0" baseline="0" noProof="0" dirty="0">
                <a:solidFill>
                  <a:srgbClr val="625B69"/>
                </a:solidFill>
                <a:latin typeface="Times New Roman" panose="02020603050405020304" pitchFamily="18" charset="0"/>
                <a:ea typeface="+mn-ea"/>
                <a:cs typeface="Times New Roman" panose="02020603050405020304" pitchFamily="18" charset="0"/>
              </a:rPr>
              <a:t>on</a:t>
            </a:r>
            <a:r>
              <a:rPr kumimoji="0" sz="1400" b="1" kern="1200" cap="none" spc="150" normalizeH="0" baseline="0" noProof="0" dirty="0">
                <a:solidFill>
                  <a:srgbClr val="625B69"/>
                </a:solidFill>
                <a:latin typeface="Times New Roman" panose="02020603050405020304" pitchFamily="18" charset="0"/>
                <a:ea typeface="+mn-ea"/>
                <a:cs typeface="Times New Roman" panose="02020603050405020304" pitchFamily="18" charset="0"/>
              </a:rPr>
              <a:t>c</a:t>
            </a:r>
            <a:r>
              <a:rPr kumimoji="0" sz="1400" b="1" kern="1200" cap="none" spc="30" normalizeH="0" baseline="0" noProof="0" dirty="0">
                <a:solidFill>
                  <a:srgbClr val="79383A"/>
                </a:solidFill>
                <a:latin typeface="Times New Roman" panose="02020603050405020304" pitchFamily="18" charset="0"/>
                <a:ea typeface="+mn-ea"/>
                <a:cs typeface="Times New Roman" panose="02020603050405020304" pitchFamily="18" charset="0"/>
              </a:rPr>
              <a:t>l</a:t>
            </a:r>
            <a:r>
              <a:rPr kumimoji="0" sz="1400" b="1" kern="1200" cap="none" spc="20" normalizeH="0" baseline="0" noProof="0" dirty="0">
                <a:solidFill>
                  <a:srgbClr val="625B69"/>
                </a:solidFill>
                <a:latin typeface="Times New Roman" panose="02020603050405020304" pitchFamily="18" charset="0"/>
                <a:ea typeface="+mn-ea"/>
                <a:cs typeface="Times New Roman" panose="02020603050405020304" pitchFamily="18" charset="0"/>
              </a:rPr>
              <a:t>u</a:t>
            </a:r>
            <a:r>
              <a:rPr kumimoji="0" sz="1400" b="1" kern="1200" cap="none" spc="-20" normalizeH="0" baseline="0" noProof="0" dirty="0">
                <a:solidFill>
                  <a:srgbClr val="625B69"/>
                </a:solidFill>
                <a:latin typeface="Times New Roman" panose="02020603050405020304" pitchFamily="18" charset="0"/>
                <a:ea typeface="+mn-ea"/>
                <a:cs typeface="Times New Roman" panose="02020603050405020304" pitchFamily="18" charset="0"/>
              </a:rPr>
              <a:t>s</a:t>
            </a:r>
            <a:r>
              <a:rPr kumimoji="0" sz="1400" b="1" kern="1200" cap="none" spc="-45" normalizeH="0" baseline="0" noProof="0" dirty="0">
                <a:solidFill>
                  <a:srgbClr val="3B3D75"/>
                </a:solidFill>
                <a:latin typeface="Times New Roman" panose="02020603050405020304" pitchFamily="18" charset="0"/>
                <a:ea typeface="+mn-ea"/>
                <a:cs typeface="Times New Roman" panose="02020603050405020304" pitchFamily="18" charset="0"/>
              </a:rPr>
              <a:t>i</a:t>
            </a:r>
            <a:r>
              <a:rPr kumimoji="0" sz="1400" b="1" kern="1200" cap="none" spc="60" normalizeH="0" baseline="0" noProof="0" dirty="0">
                <a:solidFill>
                  <a:srgbClr val="625B69"/>
                </a:solidFill>
                <a:latin typeface="Times New Roman" panose="02020603050405020304" pitchFamily="18" charset="0"/>
                <a:ea typeface="+mn-ea"/>
                <a:cs typeface="Times New Roman" panose="02020603050405020304" pitchFamily="18" charset="0"/>
              </a:rPr>
              <a:t>on</a:t>
            </a:r>
            <a:endParaRPr kumimoji="0" sz="1400" b="1" kern="1200" cap="none" spc="0" normalizeH="0" baseline="0" noProof="0">
              <a:latin typeface="Times New Roman" panose="02020603050405020304" pitchFamily="18" charset="0"/>
              <a:ea typeface="+mn-ea"/>
              <a:cs typeface="Times New Roman" panose="02020603050405020304" pitchFamily="18" charset="0"/>
            </a:endParaRPr>
          </a:p>
        </p:txBody>
      </p:sp>
      <p:sp>
        <p:nvSpPr>
          <p:cNvPr id="9" name="object 9"/>
          <p:cNvSpPr txBox="1"/>
          <p:nvPr/>
        </p:nvSpPr>
        <p:spPr>
          <a:xfrm>
            <a:off x="2978150" y="4819650"/>
            <a:ext cx="822325" cy="215265"/>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1400" b="1" kern="1200" cap="none" spc="145" normalizeH="0" baseline="0" noProof="0" dirty="0">
                <a:solidFill>
                  <a:srgbClr val="3F74B8"/>
                </a:solidFill>
                <a:latin typeface="Times New Roman" panose="02020603050405020304" pitchFamily="18" charset="0"/>
                <a:ea typeface="+mn-ea"/>
                <a:cs typeface="Times New Roman" panose="02020603050405020304" pitchFamily="18" charset="0"/>
              </a:rPr>
              <a:t>5</a:t>
            </a:r>
            <a:r>
              <a:rPr kumimoji="0" sz="1400" b="1" kern="1200" cap="none" spc="270" normalizeH="0" baseline="0" noProof="0" dirty="0">
                <a:solidFill>
                  <a:srgbClr val="3F74B8"/>
                </a:solidFill>
                <a:latin typeface="Times New Roman" panose="02020603050405020304" pitchFamily="18" charset="0"/>
                <a:ea typeface="+mn-ea"/>
                <a:cs typeface="Times New Roman" panose="02020603050405020304" pitchFamily="18" charset="0"/>
              </a:rPr>
              <a:t>.</a:t>
            </a:r>
            <a:r>
              <a:rPr kumimoji="0" sz="1400" b="1" kern="1200" cap="none" spc="0" normalizeH="0" baseline="0" noProof="0" dirty="0">
                <a:solidFill>
                  <a:srgbClr val="3F74B8"/>
                </a:solidFill>
                <a:latin typeface="Times New Roman" panose="02020603050405020304" pitchFamily="18" charset="0"/>
                <a:ea typeface="+mn-ea"/>
                <a:cs typeface="Times New Roman" panose="02020603050405020304" pitchFamily="18" charset="0"/>
              </a:rPr>
              <a:t> </a:t>
            </a:r>
            <a:r>
              <a:rPr kumimoji="0" sz="1400" b="1" kern="1200" cap="none" spc="-160" normalizeH="0" baseline="0" noProof="0" dirty="0">
                <a:solidFill>
                  <a:srgbClr val="3F74B8"/>
                </a:solidFill>
                <a:latin typeface="Times New Roman" panose="02020603050405020304" pitchFamily="18" charset="0"/>
                <a:ea typeface="+mn-ea"/>
                <a:cs typeface="Times New Roman" panose="02020603050405020304" pitchFamily="18" charset="0"/>
              </a:rPr>
              <a:t> </a:t>
            </a:r>
            <a:r>
              <a:rPr kumimoji="0" sz="1400" b="1" kern="1200" cap="none" spc="-65" normalizeH="0" baseline="0" noProof="0" dirty="0">
                <a:solidFill>
                  <a:srgbClr val="625B69"/>
                </a:solidFill>
                <a:latin typeface="Times New Roman" panose="02020603050405020304" pitchFamily="18" charset="0"/>
                <a:ea typeface="+mn-ea"/>
                <a:cs typeface="Times New Roman" panose="02020603050405020304" pitchFamily="18" charset="0"/>
              </a:rPr>
              <a:t>Res</a:t>
            </a:r>
            <a:r>
              <a:rPr kumimoji="0" sz="1400" b="1" kern="1200" cap="none" spc="75" normalizeH="0" baseline="0" noProof="0" dirty="0">
                <a:solidFill>
                  <a:srgbClr val="69494F"/>
                </a:solidFill>
                <a:latin typeface="Times New Roman" panose="02020603050405020304" pitchFamily="18" charset="0"/>
                <a:ea typeface="+mn-ea"/>
                <a:cs typeface="Times New Roman" panose="02020603050405020304" pitchFamily="18" charset="0"/>
              </a:rPr>
              <a:t>u</a:t>
            </a:r>
            <a:r>
              <a:rPr kumimoji="0" sz="1400" b="1" kern="1200" cap="none" spc="-45" normalizeH="0" baseline="0" noProof="0" dirty="0">
                <a:solidFill>
                  <a:srgbClr val="3B3D75"/>
                </a:solidFill>
                <a:latin typeface="Times New Roman" panose="02020603050405020304" pitchFamily="18" charset="0"/>
                <a:ea typeface="+mn-ea"/>
                <a:cs typeface="Times New Roman" panose="02020603050405020304" pitchFamily="18" charset="0"/>
              </a:rPr>
              <a:t>l</a:t>
            </a:r>
            <a:r>
              <a:rPr kumimoji="0" sz="1400" b="1" kern="1200" cap="none" spc="40" normalizeH="0" baseline="0" noProof="0" dirty="0">
                <a:solidFill>
                  <a:srgbClr val="625B69"/>
                </a:solidFill>
                <a:latin typeface="Times New Roman" panose="02020603050405020304" pitchFamily="18" charset="0"/>
                <a:ea typeface="+mn-ea"/>
                <a:cs typeface="Times New Roman" panose="02020603050405020304" pitchFamily="18" charset="0"/>
              </a:rPr>
              <a:t>ts</a:t>
            </a:r>
            <a:endParaRPr kumimoji="0" sz="1400" b="1" kern="1200" cap="none" spc="0" normalizeH="0" baseline="0" noProof="0">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218" name="object 2"/>
          <p:cNvSpPr/>
          <p:nvPr/>
        </p:nvSpPr>
        <p:spPr>
          <a:xfrm>
            <a:off x="1085850" y="1181100"/>
            <a:ext cx="8858250" cy="60960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9219" name="object 3"/>
          <p:cNvSpPr/>
          <p:nvPr/>
        </p:nvSpPr>
        <p:spPr>
          <a:xfrm>
            <a:off x="2362200" y="2800350"/>
            <a:ext cx="571500" cy="1314450"/>
          </a:xfrm>
          <a:prstGeom prst="rect">
            <a:avLst/>
          </a:prstGeom>
          <a:blipFill rotWithShape="1">
            <a:blip r:embed="rId2"/>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9220" name="object 4"/>
          <p:cNvSpPr/>
          <p:nvPr/>
        </p:nvSpPr>
        <p:spPr>
          <a:xfrm>
            <a:off x="114300" y="5867400"/>
            <a:ext cx="8858250" cy="628650"/>
          </a:xfrm>
          <a:prstGeom prst="rect">
            <a:avLst/>
          </a:prstGeom>
          <a:blipFill rotWithShape="1">
            <a:blip r:embed="rId3"/>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9221" name="object 5"/>
          <p:cNvSpPr/>
          <p:nvPr/>
        </p:nvSpPr>
        <p:spPr>
          <a:xfrm>
            <a:off x="1524000" y="2819400"/>
            <a:ext cx="495300" cy="0"/>
          </a:xfrm>
          <a:custGeom>
            <a:avLst/>
            <a:gdLst/>
            <a:ahLst/>
            <a:cxnLst/>
            <a:pathLst>
              <a:path w="495300">
                <a:moveTo>
                  <a:pt x="0" y="0"/>
                </a:moveTo>
                <a:lnTo>
                  <a:pt x="495300" y="0"/>
                </a:lnTo>
              </a:path>
            </a:pathLst>
          </a:custGeom>
          <a:noFill/>
          <a:ln w="9525" cap="flat" cmpd="sng">
            <a:solidFill>
              <a:srgbClr val="6497CC">
                <a:alpha val="100000"/>
              </a:srgbClr>
            </a:solidFill>
            <a:prstDash val="solid"/>
            <a:headEnd type="none" w="med" len="med"/>
            <a:tailEnd type="none" w="med" len="med"/>
          </a:ln>
        </p:spPr>
        <p:txBody>
          <a:bodyPr/>
          <a:p>
            <a:endParaRPr lang="en-US"/>
          </a:p>
        </p:txBody>
      </p:sp>
      <p:sp>
        <p:nvSpPr>
          <p:cNvPr id="9222" name="object 6"/>
          <p:cNvSpPr/>
          <p:nvPr/>
        </p:nvSpPr>
        <p:spPr>
          <a:xfrm>
            <a:off x="1281113" y="3219450"/>
            <a:ext cx="0" cy="457200"/>
          </a:xfrm>
          <a:custGeom>
            <a:avLst/>
            <a:gdLst/>
            <a:ahLst/>
            <a:cxnLst/>
            <a:pathLst>
              <a:path h="457200">
                <a:moveTo>
                  <a:pt x="0" y="457200"/>
                </a:moveTo>
                <a:lnTo>
                  <a:pt x="0" y="0"/>
                </a:lnTo>
              </a:path>
            </a:pathLst>
          </a:custGeom>
          <a:noFill/>
          <a:ln w="19050" cap="flat" cmpd="sng">
            <a:solidFill>
              <a:srgbClr val="90B8DB">
                <a:alpha val="100000"/>
              </a:srgbClr>
            </a:solidFill>
            <a:prstDash val="solid"/>
            <a:headEnd type="none" w="med" len="med"/>
            <a:tailEnd type="none" w="med" len="med"/>
          </a:ln>
        </p:spPr>
        <p:txBody>
          <a:bodyPr/>
          <a:p>
            <a:endParaRPr lang="en-US"/>
          </a:p>
        </p:txBody>
      </p:sp>
      <p:sp>
        <p:nvSpPr>
          <p:cNvPr id="9223" name="object 7"/>
          <p:cNvSpPr/>
          <p:nvPr/>
        </p:nvSpPr>
        <p:spPr>
          <a:xfrm>
            <a:off x="2238375" y="3105150"/>
            <a:ext cx="0" cy="704850"/>
          </a:xfrm>
          <a:custGeom>
            <a:avLst/>
            <a:gdLst/>
            <a:ahLst/>
            <a:cxnLst/>
            <a:pathLst>
              <a:path h="704850">
                <a:moveTo>
                  <a:pt x="0" y="704850"/>
                </a:moveTo>
                <a:lnTo>
                  <a:pt x="0" y="0"/>
                </a:lnTo>
              </a:path>
            </a:pathLst>
          </a:custGeom>
          <a:noFill/>
          <a:ln w="9525" cap="flat" cmpd="sng">
            <a:solidFill>
              <a:srgbClr val="7CAFD8">
                <a:alpha val="100000"/>
              </a:srgbClr>
            </a:solidFill>
            <a:prstDash val="solid"/>
            <a:headEnd type="none" w="med" len="med"/>
            <a:tailEnd type="none" w="med" len="med"/>
          </a:ln>
        </p:spPr>
        <p:txBody>
          <a:bodyPr/>
          <a:p>
            <a:endParaRPr lang="en-US"/>
          </a:p>
        </p:txBody>
      </p:sp>
      <p:sp>
        <p:nvSpPr>
          <p:cNvPr id="9224" name="object 8"/>
          <p:cNvSpPr/>
          <p:nvPr/>
        </p:nvSpPr>
        <p:spPr>
          <a:xfrm>
            <a:off x="1524000" y="4067175"/>
            <a:ext cx="495300" cy="0"/>
          </a:xfrm>
          <a:custGeom>
            <a:avLst/>
            <a:gdLst/>
            <a:ahLst/>
            <a:cxnLst/>
            <a:pathLst>
              <a:path w="495300">
                <a:moveTo>
                  <a:pt x="0" y="0"/>
                </a:moveTo>
                <a:lnTo>
                  <a:pt x="495300" y="0"/>
                </a:lnTo>
              </a:path>
            </a:pathLst>
          </a:custGeom>
          <a:noFill/>
          <a:ln w="9525" cap="flat" cmpd="sng">
            <a:solidFill>
              <a:srgbClr val="A0BCDB">
                <a:alpha val="100000"/>
              </a:srgbClr>
            </a:solidFill>
            <a:prstDash val="solid"/>
            <a:headEnd type="none" w="med" len="med"/>
            <a:tailEnd type="none" w="med" len="med"/>
          </a:ln>
        </p:spPr>
        <p:txBody>
          <a:bodyPr/>
          <a:p>
            <a:endParaRPr lang="en-US"/>
          </a:p>
        </p:txBody>
      </p:sp>
      <p:sp>
        <p:nvSpPr>
          <p:cNvPr id="9" name="object 9"/>
          <p:cNvSpPr txBox="1"/>
          <p:nvPr/>
        </p:nvSpPr>
        <p:spPr>
          <a:xfrm>
            <a:off x="1539875" y="3046413"/>
            <a:ext cx="503238" cy="9398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7200" kern="1200" cap="none" spc="-245" normalizeH="0" baseline="0" noProof="0" dirty="0">
                <a:solidFill>
                  <a:srgbClr val="8EB1D8"/>
                </a:solidFill>
                <a:latin typeface="Arial" panose="020B0604020202020204"/>
                <a:ea typeface="+mn-ea"/>
                <a:cs typeface="Arial" panose="020B0604020202020204"/>
              </a:rPr>
              <a:t>0</a:t>
            </a:r>
            <a:endParaRPr kumimoji="0" sz="7200" kern="1200" cap="none" spc="0" normalizeH="0" baseline="0" noProof="0">
              <a:latin typeface="Arial" panose="020B0604020202020204"/>
              <a:ea typeface="+mn-ea"/>
              <a:cs typeface="Arial" panose="020B0604020202020204"/>
            </a:endParaRPr>
          </a:p>
        </p:txBody>
      </p:sp>
      <p:sp>
        <p:nvSpPr>
          <p:cNvPr id="10" name="object 10"/>
          <p:cNvSpPr txBox="1"/>
          <p:nvPr/>
        </p:nvSpPr>
        <p:spPr>
          <a:xfrm>
            <a:off x="4044950" y="3508375"/>
            <a:ext cx="2774950" cy="376555"/>
          </a:xfrm>
          <a:prstGeom prst="rect">
            <a:avLst/>
          </a:prstGeom>
        </p:spPr>
        <p:txBody>
          <a:bodyPr vert="horz" wrap="square" lIns="0" tIns="0" rIns="0" bIns="0" rtlCol="0">
            <a:spAutoFit/>
          </a:bodyPr>
          <a:lstStyle/>
          <a:p>
            <a:pPr marL="12700" marR="0" algn="dist" defTabSz="914400" eaLnBrk="1" fontAlgn="auto" hangingPunct="1">
              <a:spcBef>
                <a:spcPts val="0"/>
              </a:spcBef>
              <a:spcAft>
                <a:spcPts val="0"/>
              </a:spcAft>
              <a:buClrTx/>
              <a:buSzTx/>
              <a:buFontTx/>
              <a:buNone/>
              <a:defRPr/>
            </a:pPr>
            <a:r>
              <a:rPr kumimoji="0" sz="2450" kern="1200" cap="none" spc="-695" normalizeH="0" baseline="0" noProof="0" dirty="0">
                <a:solidFill>
                  <a:srgbClr val="3A72B8"/>
                </a:solidFill>
                <a:latin typeface="Arial Black" panose="020B0A04020102020204" charset="0"/>
                <a:ea typeface="+mn-ea"/>
                <a:cs typeface="Arial Black" panose="020B0A04020102020204" charset="0"/>
              </a:rPr>
              <a:t>INTRODUCTION</a:t>
            </a:r>
            <a:endParaRPr kumimoji="0" sz="2450" kern="1200" cap="none" spc="0" normalizeH="0" baseline="0" noProof="0">
              <a:latin typeface="Arial Black" panose="020B0A04020102020204" charset="0"/>
              <a:ea typeface="+mn-ea"/>
              <a:cs typeface="Arial Black" panose="020B0A040201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266" name="object 2"/>
          <p:cNvSpPr/>
          <p:nvPr/>
        </p:nvSpPr>
        <p:spPr>
          <a:xfrm>
            <a:off x="876300" y="2552700"/>
            <a:ext cx="723900" cy="91440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11267" name="object 3"/>
          <p:cNvSpPr/>
          <p:nvPr/>
        </p:nvSpPr>
        <p:spPr>
          <a:xfrm>
            <a:off x="5467350" y="2552700"/>
            <a:ext cx="704850" cy="933450"/>
          </a:xfrm>
          <a:prstGeom prst="rect">
            <a:avLst/>
          </a:prstGeom>
          <a:blipFill rotWithShape="1">
            <a:blip r:embed="rId2"/>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5" name="object 5"/>
          <p:cNvSpPr txBox="1">
            <a:spLocks noGrp="1"/>
          </p:cNvSpPr>
          <p:nvPr>
            <p:ph type="title"/>
          </p:nvPr>
        </p:nvSpPr>
        <p:spPr>
          <a:xfrm>
            <a:off x="876300" y="1295400"/>
            <a:ext cx="9359900" cy="412750"/>
          </a:xfr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defRPr/>
            </a:pPr>
            <a:r>
              <a:rPr kumimoji="0" sz="3050" b="0" i="0" u="none" strike="noStrike" kern="0" cap="none" spc="-195" normalizeH="0" baseline="0" noProof="0" dirty="0">
                <a:ln>
                  <a:noFill/>
                </a:ln>
                <a:solidFill>
                  <a:srgbClr val="645B67"/>
                </a:solidFill>
                <a:effectLst/>
                <a:uLnTx/>
                <a:uFillTx/>
                <a:latin typeface="Arial" panose="020B0604020202020204"/>
                <a:ea typeface="+mj-ea"/>
                <a:cs typeface="Arial" panose="020B0604020202020204"/>
              </a:rPr>
              <a:t>·</a:t>
            </a:r>
            <a:r>
              <a:rPr kumimoji="0" sz="3050" b="0" i="0" u="none" strike="noStrike" kern="0" cap="none" spc="-1410" normalizeH="0" baseline="0" noProof="0" dirty="0">
                <a:ln>
                  <a:noFill/>
                </a:ln>
                <a:solidFill>
                  <a:srgbClr val="DBDBDB"/>
                </a:solidFill>
                <a:effectLst/>
                <a:uLnTx/>
                <a:uFillTx/>
                <a:latin typeface="Arial" panose="020B0604020202020204"/>
                <a:ea typeface="+mj-ea"/>
                <a:cs typeface="Arial" panose="020B0604020202020204"/>
              </a:rPr>
              <a:t>1</a:t>
            </a:r>
            <a:r>
              <a:rPr kumimoji="0" sz="3050" b="0" i="0" u="none" strike="noStrike" kern="0" cap="none" spc="-15" normalizeH="0" baseline="0" noProof="0" dirty="0">
                <a:ln>
                  <a:noFill/>
                </a:ln>
                <a:solidFill>
                  <a:srgbClr val="DBDBDB"/>
                </a:solidFill>
                <a:effectLst/>
                <a:uLnTx/>
                <a:uFillTx/>
                <a:latin typeface="Arial" panose="020B0604020202020204"/>
                <a:ea typeface="+mj-ea"/>
                <a:cs typeface="Arial" panose="020B0604020202020204"/>
              </a:rPr>
              <a:t> </a:t>
            </a:r>
            <a:r>
              <a:rPr kumimoji="0" sz="2650" b="1" i="0" u="none" strike="noStrike" kern="0" cap="none" spc="50" normalizeH="0" baseline="0" noProof="0" dirty="0">
                <a:ln>
                  <a:noFill/>
                </a:ln>
                <a:solidFill>
                  <a:srgbClr val="3A72B8"/>
                </a:solidFill>
                <a:effectLst/>
                <a:uLnTx/>
                <a:uFillTx/>
                <a:latin typeface="Arial" panose="020B0604020202020204"/>
                <a:ea typeface="+mj-ea"/>
                <a:cs typeface="Arial" panose="020B0604020202020204"/>
              </a:rPr>
              <a:t>Defi</a:t>
            </a:r>
            <a:r>
              <a:rPr kumimoji="0" sz="2650" b="1" i="0" u="none" strike="noStrike" kern="0" cap="none" spc="75" normalizeH="0" baseline="0" noProof="0" dirty="0">
                <a:ln>
                  <a:noFill/>
                </a:ln>
                <a:solidFill>
                  <a:srgbClr val="3A72B8"/>
                </a:solidFill>
                <a:effectLst/>
                <a:uLnTx/>
                <a:uFillTx/>
                <a:latin typeface="Arial" panose="020B0604020202020204"/>
                <a:ea typeface="+mj-ea"/>
                <a:cs typeface="Arial" panose="020B0604020202020204"/>
              </a:rPr>
              <a:t>n</a:t>
            </a:r>
            <a:r>
              <a:rPr kumimoji="0" sz="2650" b="1" i="0" u="none" strike="noStrike" kern="0" cap="none" spc="5" normalizeH="0" baseline="0" noProof="0" dirty="0">
                <a:ln>
                  <a:noFill/>
                </a:ln>
                <a:solidFill>
                  <a:srgbClr val="3A72B8"/>
                </a:solidFill>
                <a:effectLst/>
                <a:uLnTx/>
                <a:uFillTx/>
                <a:latin typeface="Arial" panose="020B0604020202020204"/>
                <a:ea typeface="+mj-ea"/>
                <a:cs typeface="Arial" panose="020B0604020202020204"/>
              </a:rPr>
              <a:t>i</a:t>
            </a:r>
            <a:r>
              <a:rPr kumimoji="0" sz="2650" b="1" i="0" u="none" strike="noStrike" kern="0" cap="none" spc="185" normalizeH="0" baseline="0" noProof="0" dirty="0">
                <a:ln>
                  <a:noFill/>
                </a:ln>
                <a:solidFill>
                  <a:srgbClr val="3A72B8"/>
                </a:solidFill>
                <a:effectLst/>
                <a:uLnTx/>
                <a:uFillTx/>
                <a:latin typeface="Arial" panose="020B0604020202020204"/>
                <a:ea typeface="+mj-ea"/>
                <a:cs typeface="Arial" panose="020B0604020202020204"/>
              </a:rPr>
              <a:t>t</a:t>
            </a:r>
            <a:r>
              <a:rPr kumimoji="0" sz="2650" b="1" i="0" u="none" strike="noStrike" kern="0" cap="none" spc="50" normalizeH="0" baseline="0" noProof="0" dirty="0">
                <a:ln>
                  <a:noFill/>
                </a:ln>
                <a:solidFill>
                  <a:srgbClr val="3A72B8"/>
                </a:solidFill>
                <a:effectLst/>
                <a:uLnTx/>
                <a:uFillTx/>
                <a:latin typeface="Arial" panose="020B0604020202020204"/>
                <a:ea typeface="+mj-ea"/>
                <a:cs typeface="Arial" panose="020B0604020202020204"/>
              </a:rPr>
              <a:t>i</a:t>
            </a:r>
            <a:r>
              <a:rPr kumimoji="0" sz="2650" b="1" i="0" u="none" strike="noStrike" kern="0" cap="none" spc="145" normalizeH="0" baseline="0" noProof="0" dirty="0">
                <a:ln>
                  <a:noFill/>
                </a:ln>
                <a:solidFill>
                  <a:srgbClr val="3A72B8"/>
                </a:solidFill>
                <a:effectLst/>
                <a:uLnTx/>
                <a:uFillTx/>
                <a:latin typeface="Arial" panose="020B0604020202020204"/>
                <a:ea typeface="+mj-ea"/>
                <a:cs typeface="Arial" panose="020B0604020202020204"/>
              </a:rPr>
              <a:t>on</a:t>
            </a:r>
            <a:r>
              <a:rPr kumimoji="0" sz="2650" b="1" i="0" u="none" strike="noStrike" kern="0" cap="none" spc="-20" normalizeH="0" baseline="0" noProof="0" dirty="0">
                <a:ln>
                  <a:noFill/>
                </a:ln>
                <a:solidFill>
                  <a:srgbClr val="3A72B8"/>
                </a:solidFill>
                <a:effectLst/>
                <a:uLnTx/>
                <a:uFillTx/>
                <a:latin typeface="Arial" panose="020B0604020202020204"/>
                <a:ea typeface="+mj-ea"/>
                <a:cs typeface="Arial" panose="020B0604020202020204"/>
              </a:rPr>
              <a:t> </a:t>
            </a:r>
            <a:r>
              <a:rPr kumimoji="0" sz="2650" b="1" i="0" u="none" strike="noStrike" kern="0" cap="none" spc="250" normalizeH="0" baseline="0" noProof="0" dirty="0">
                <a:ln>
                  <a:noFill/>
                </a:ln>
                <a:solidFill>
                  <a:srgbClr val="3A72B8"/>
                </a:solidFill>
                <a:effectLst/>
                <a:uLnTx/>
                <a:uFillTx/>
                <a:latin typeface="Arial" panose="020B0604020202020204"/>
                <a:ea typeface="+mj-ea"/>
                <a:cs typeface="Arial" panose="020B0604020202020204"/>
              </a:rPr>
              <a:t>a</a:t>
            </a:r>
            <a:r>
              <a:rPr kumimoji="0" sz="2650" b="1" i="0" u="none" strike="noStrike" kern="0" cap="none" spc="225" normalizeH="0" baseline="0" noProof="0" dirty="0">
                <a:ln>
                  <a:noFill/>
                </a:ln>
                <a:solidFill>
                  <a:srgbClr val="3A72B8"/>
                </a:solidFill>
                <a:effectLst/>
                <a:uLnTx/>
                <a:uFillTx/>
                <a:latin typeface="Arial" panose="020B0604020202020204"/>
                <a:ea typeface="+mj-ea"/>
                <a:cs typeface="Arial" panose="020B0604020202020204"/>
              </a:rPr>
              <a:t>nd</a:t>
            </a:r>
            <a:r>
              <a:rPr kumimoji="0" sz="2650" b="1" i="0" u="none" strike="noStrike" kern="0" cap="none" spc="100" normalizeH="0" baseline="0" noProof="0" dirty="0">
                <a:ln>
                  <a:noFill/>
                </a:ln>
                <a:solidFill>
                  <a:srgbClr val="3A72B8"/>
                </a:solidFill>
                <a:effectLst/>
                <a:uLnTx/>
                <a:uFillTx/>
                <a:latin typeface="Arial" panose="020B0604020202020204"/>
                <a:ea typeface="+mj-ea"/>
                <a:cs typeface="Arial" panose="020B0604020202020204"/>
              </a:rPr>
              <a:t> </a:t>
            </a:r>
            <a:r>
              <a:rPr kumimoji="0" sz="2650" b="1" i="0" u="none" strike="noStrike" kern="0" cap="none" spc="130" normalizeH="0" baseline="0" noProof="0" dirty="0">
                <a:ln>
                  <a:noFill/>
                </a:ln>
                <a:solidFill>
                  <a:srgbClr val="3A72B8"/>
                </a:solidFill>
                <a:effectLst/>
                <a:uLnTx/>
                <a:uFillTx/>
                <a:latin typeface="Arial" panose="020B0604020202020204"/>
                <a:ea typeface="+mj-ea"/>
                <a:cs typeface="Arial" panose="020B0604020202020204"/>
              </a:rPr>
              <a:t>I</a:t>
            </a:r>
            <a:r>
              <a:rPr kumimoji="0" sz="2650" b="1" i="0" u="none" strike="noStrike" kern="0" cap="none" spc="340" normalizeH="0" baseline="0" noProof="0" dirty="0">
                <a:ln>
                  <a:noFill/>
                </a:ln>
                <a:solidFill>
                  <a:srgbClr val="3A72B8"/>
                </a:solidFill>
                <a:effectLst/>
                <a:uLnTx/>
                <a:uFillTx/>
                <a:latin typeface="Arial" panose="020B0604020202020204"/>
                <a:ea typeface="+mj-ea"/>
                <a:cs typeface="Arial" panose="020B0604020202020204"/>
              </a:rPr>
              <a:t>m</a:t>
            </a:r>
            <a:r>
              <a:rPr kumimoji="0" sz="2650" b="1" i="0" u="none" strike="noStrike" kern="0" cap="none" spc="15" normalizeH="0" baseline="0" noProof="0" dirty="0">
                <a:ln>
                  <a:noFill/>
                </a:ln>
                <a:solidFill>
                  <a:srgbClr val="3A72B8"/>
                </a:solidFill>
                <a:effectLst/>
                <a:uLnTx/>
                <a:uFillTx/>
                <a:latin typeface="Arial" panose="020B0604020202020204"/>
                <a:ea typeface="+mj-ea"/>
                <a:cs typeface="Arial" panose="020B0604020202020204"/>
              </a:rPr>
              <a:t>p</a:t>
            </a:r>
            <a:r>
              <a:rPr kumimoji="0" sz="2650" b="1" i="0" u="none" strike="noStrike" kern="0" cap="none" spc="30" normalizeH="0" baseline="0" noProof="0" dirty="0">
                <a:ln>
                  <a:noFill/>
                </a:ln>
                <a:solidFill>
                  <a:srgbClr val="3A72B8"/>
                </a:solidFill>
                <a:effectLst/>
                <a:uLnTx/>
                <a:uFillTx/>
                <a:latin typeface="Arial" panose="020B0604020202020204"/>
                <a:ea typeface="+mj-ea"/>
                <a:cs typeface="Arial" panose="020B0604020202020204"/>
              </a:rPr>
              <a:t>o</a:t>
            </a:r>
            <a:r>
              <a:rPr kumimoji="0" sz="2650" b="1" i="0" u="none" strike="noStrike" kern="0" cap="none" spc="135" normalizeH="0" baseline="0" noProof="0" dirty="0">
                <a:ln>
                  <a:noFill/>
                </a:ln>
                <a:solidFill>
                  <a:srgbClr val="3A72B8"/>
                </a:solidFill>
                <a:effectLst/>
                <a:uLnTx/>
                <a:uFillTx/>
                <a:latin typeface="Arial" panose="020B0604020202020204"/>
                <a:ea typeface="+mj-ea"/>
                <a:cs typeface="Arial" panose="020B0604020202020204"/>
              </a:rPr>
              <a:t>r</a:t>
            </a:r>
            <a:r>
              <a:rPr kumimoji="0" sz="2650" b="1" i="0" u="none" strike="noStrike" kern="0" cap="none" spc="175" normalizeH="0" baseline="0" noProof="0" dirty="0">
                <a:ln>
                  <a:noFill/>
                </a:ln>
                <a:solidFill>
                  <a:srgbClr val="3A72B8"/>
                </a:solidFill>
                <a:effectLst/>
                <a:uLnTx/>
                <a:uFillTx/>
                <a:latin typeface="Arial" panose="020B0604020202020204"/>
                <a:ea typeface="+mj-ea"/>
                <a:cs typeface="Arial" panose="020B0604020202020204"/>
              </a:rPr>
              <a:t>ta</a:t>
            </a:r>
            <a:r>
              <a:rPr kumimoji="0" sz="2650" b="1" i="0" u="none" strike="noStrike" kern="0" cap="none" spc="275" normalizeH="0" baseline="0" noProof="0" dirty="0">
                <a:ln>
                  <a:noFill/>
                </a:ln>
                <a:solidFill>
                  <a:srgbClr val="3A72B8"/>
                </a:solidFill>
                <a:effectLst/>
                <a:uLnTx/>
                <a:uFillTx/>
                <a:latin typeface="Arial" panose="020B0604020202020204"/>
                <a:ea typeface="+mj-ea"/>
                <a:cs typeface="Arial" panose="020B0604020202020204"/>
              </a:rPr>
              <a:t>n</a:t>
            </a:r>
            <a:r>
              <a:rPr kumimoji="0" sz="2650" b="1" i="0" u="none" strike="noStrike" kern="0" cap="none" spc="114" normalizeH="0" baseline="0" noProof="0" dirty="0">
                <a:ln>
                  <a:noFill/>
                </a:ln>
                <a:solidFill>
                  <a:srgbClr val="3A72B8"/>
                </a:solidFill>
                <a:effectLst/>
                <a:uLnTx/>
                <a:uFillTx/>
                <a:latin typeface="Arial" panose="020B0604020202020204"/>
                <a:ea typeface="+mj-ea"/>
                <a:cs typeface="Arial" panose="020B0604020202020204"/>
              </a:rPr>
              <a:t>ce</a:t>
            </a:r>
            <a:endParaRPr kumimoji="0" sz="2650" b="1" i="0" u="none" strike="noStrike" kern="0" cap="none" spc="0" normalizeH="0" baseline="0" noProof="0">
              <a:ln>
                <a:noFill/>
              </a:ln>
              <a:solidFill>
                <a:srgbClr val="3A74B8"/>
              </a:solidFill>
              <a:effectLst/>
              <a:uLnTx/>
              <a:uFillTx/>
              <a:latin typeface="Arial" panose="020B0604020202020204"/>
              <a:ea typeface="+mj-ea"/>
              <a:cs typeface="Arial" panose="020B0604020202020204"/>
            </a:endParaRPr>
          </a:p>
        </p:txBody>
      </p:sp>
      <p:sp>
        <p:nvSpPr>
          <p:cNvPr id="6" name="object 6"/>
          <p:cNvSpPr txBox="1"/>
          <p:nvPr/>
        </p:nvSpPr>
        <p:spPr>
          <a:xfrm>
            <a:off x="920750" y="3919538"/>
            <a:ext cx="3767138" cy="1141413"/>
          </a:xfrm>
          <a:prstGeom prst="rect">
            <a:avLst/>
          </a:prstGeom>
        </p:spPr>
        <p:txBody>
          <a:bodyPr vert="horz" wrap="square" lIns="0" tIns="0" rIns="0" bIns="0" rtlCol="0">
            <a:spAutoFit/>
          </a:bodyPr>
          <a:p>
            <a:pPr marL="12700" eaLnBrk="1" hangingPunct="1">
              <a:buNone/>
            </a:pPr>
            <a:r>
              <a:rPr lang="zh-CN" altLang="x-none" sz="1400" b="1">
                <a:solidFill>
                  <a:srgbClr val="2B2B2D"/>
                </a:solidFill>
                <a:latin typeface="Arial" panose="020B0604020202020204" pitchFamily="34" charset="0"/>
                <a:cs typeface="Arial" panose="020B0604020202020204" pitchFamily="34" charset="0"/>
              </a:rPr>
              <a:t>What Is OTT consumption?</a:t>
            </a:r>
            <a:endParaRPr lang="zh-CN" altLang="x-none" sz="1400" dirty="0">
              <a:latin typeface="Arial" panose="020B0604020202020204" pitchFamily="34" charset="0"/>
              <a:cs typeface="Arial" panose="020B0604020202020204" pitchFamily="34" charset="0"/>
            </a:endParaRPr>
          </a:p>
          <a:p>
            <a:pPr marL="12700" eaLnBrk="1" hangingPunct="1">
              <a:lnSpc>
                <a:spcPct val="123000"/>
              </a:lnSpc>
              <a:spcBef>
                <a:spcPts val="575"/>
              </a:spcBef>
              <a:buNone/>
            </a:pPr>
            <a:r>
              <a:rPr lang="zh-CN" altLang="x-none" sz="1100">
                <a:solidFill>
                  <a:srgbClr val="645B67"/>
                </a:solidFill>
                <a:latin typeface="Times New Roman" panose="02020603050405020304" pitchFamily="18" charset="0"/>
                <a:cs typeface="Times New Roman" panose="02020603050405020304" pitchFamily="18" charset="0"/>
              </a:rPr>
              <a:t>OTT (Over</a:t>
            </a:r>
            <a:r>
              <a:rPr lang="zh-CN" altLang="x-none" sz="1100">
                <a:solidFill>
                  <a:srgbClr val="543B2F"/>
                </a:solidFill>
                <a:latin typeface="Times New Roman" panose="02020603050405020304" pitchFamily="18" charset="0"/>
                <a:cs typeface="Times New Roman" panose="02020603050405020304" pitchFamily="18" charset="0"/>
              </a:rPr>
              <a:t>- </a:t>
            </a:r>
            <a:r>
              <a:rPr lang="zh-CN" altLang="x-none" sz="1100">
                <a:solidFill>
                  <a:srgbClr val="645B67"/>
                </a:solidFill>
                <a:latin typeface="Times New Roman" panose="02020603050405020304" pitchFamily="18" charset="0"/>
                <a:cs typeface="Times New Roman" panose="02020603050405020304" pitchFamily="18" charset="0"/>
              </a:rPr>
              <a:t>the</a:t>
            </a:r>
            <a:r>
              <a:rPr lang="zh-CN" altLang="x-none" sz="1100">
                <a:solidFill>
                  <a:srgbClr val="543B2F"/>
                </a:solidFill>
                <a:latin typeface="Times New Roman" panose="02020603050405020304" pitchFamily="18" charset="0"/>
                <a:cs typeface="Times New Roman" panose="02020603050405020304" pitchFamily="18" charset="0"/>
              </a:rPr>
              <a:t>- </a:t>
            </a:r>
            <a:r>
              <a:rPr lang="zh-CN" altLang="x-none" sz="1100">
                <a:solidFill>
                  <a:srgbClr val="544B56"/>
                </a:solidFill>
                <a:latin typeface="Times New Roman" panose="02020603050405020304" pitchFamily="18" charset="0"/>
                <a:cs typeface="Times New Roman" panose="02020603050405020304" pitchFamily="18" charset="0"/>
              </a:rPr>
              <a:t>Top</a:t>
            </a:r>
            <a:r>
              <a:rPr lang="zh-CN" altLang="x-none" sz="1100">
                <a:solidFill>
                  <a:srgbClr val="726E85"/>
                </a:solidFill>
                <a:latin typeface="Times New Roman" panose="02020603050405020304" pitchFamily="18" charset="0"/>
                <a:cs typeface="Times New Roman" panose="02020603050405020304" pitchFamily="18" charset="0"/>
              </a:rPr>
              <a:t>) </a:t>
            </a:r>
            <a:r>
              <a:rPr lang="zh-CN" altLang="x-none" sz="1100">
                <a:solidFill>
                  <a:srgbClr val="645B67"/>
                </a:solidFill>
                <a:latin typeface="Times New Roman" panose="02020603050405020304" pitchFamily="18" charset="0"/>
                <a:cs typeface="Times New Roman" panose="02020603050405020304" pitchFamily="18" charset="0"/>
              </a:rPr>
              <a:t>consumpt</a:t>
            </a:r>
            <a:r>
              <a:rPr lang="zh-CN" altLang="x-none" sz="1100">
                <a:solidFill>
                  <a:srgbClr val="3D3650"/>
                </a:solidFill>
                <a:latin typeface="Times New Roman" panose="02020603050405020304" pitchFamily="18" charset="0"/>
                <a:cs typeface="Times New Roman" panose="02020603050405020304" pitchFamily="18" charset="0"/>
              </a:rPr>
              <a:t>i</a:t>
            </a:r>
            <a:r>
              <a:rPr lang="zh-CN" altLang="x-none" sz="1100">
                <a:solidFill>
                  <a:srgbClr val="645B67"/>
                </a:solidFill>
                <a:latin typeface="Times New Roman" panose="02020603050405020304" pitchFamily="18" charset="0"/>
                <a:cs typeface="Times New Roman" panose="02020603050405020304" pitchFamily="18" charset="0"/>
              </a:rPr>
              <a:t>on </a:t>
            </a:r>
            <a:r>
              <a:rPr lang="zh-CN" altLang="x-none" sz="1100">
                <a:solidFill>
                  <a:srgbClr val="3D3650"/>
                </a:solidFill>
                <a:latin typeface="Times New Roman" panose="02020603050405020304" pitchFamily="18" charset="0"/>
                <a:cs typeface="Times New Roman" panose="02020603050405020304" pitchFamily="18" charset="0"/>
              </a:rPr>
              <a:t>r</a:t>
            </a:r>
            <a:r>
              <a:rPr lang="zh-CN" altLang="x-none" sz="1100">
                <a:solidFill>
                  <a:srgbClr val="645B67"/>
                </a:solidFill>
                <a:latin typeface="Times New Roman" panose="02020603050405020304" pitchFamily="18" charset="0"/>
                <a:cs typeface="Times New Roman" panose="02020603050405020304" pitchFamily="18" charset="0"/>
              </a:rPr>
              <a:t>efers to </a:t>
            </a:r>
            <a:r>
              <a:rPr lang="zh-CN" altLang="x-none" sz="1100">
                <a:solidFill>
                  <a:srgbClr val="544B56"/>
                </a:solidFill>
                <a:latin typeface="Times New Roman" panose="02020603050405020304" pitchFamily="18" charset="0"/>
                <a:cs typeface="Times New Roman" panose="02020603050405020304" pitchFamily="18" charset="0"/>
              </a:rPr>
              <a:t>accessing media </a:t>
            </a:r>
            <a:r>
              <a:rPr lang="zh-CN" altLang="x-none" sz="1100">
                <a:solidFill>
                  <a:srgbClr val="645B67"/>
                </a:solidFill>
                <a:latin typeface="Times New Roman" panose="02020603050405020304" pitchFamily="18" charset="0"/>
                <a:cs typeface="Times New Roman" panose="02020603050405020304" pitchFamily="18" charset="0"/>
              </a:rPr>
              <a:t>content </a:t>
            </a:r>
            <a:r>
              <a:rPr lang="zh-CN" altLang="x-none" sz="1100">
                <a:solidFill>
                  <a:srgbClr val="544B56"/>
                </a:solidFill>
                <a:latin typeface="Times New Roman" panose="02020603050405020304" pitchFamily="18" charset="0"/>
                <a:cs typeface="Times New Roman" panose="02020603050405020304" pitchFamily="18" charset="0"/>
              </a:rPr>
              <a:t>directly </a:t>
            </a:r>
            <a:r>
              <a:rPr lang="zh-CN" altLang="x-none" sz="1100">
                <a:solidFill>
                  <a:srgbClr val="645B67"/>
                </a:solidFill>
                <a:latin typeface="Times New Roman" panose="02020603050405020304" pitchFamily="18" charset="0"/>
                <a:cs typeface="Times New Roman" panose="02020603050405020304" pitchFamily="18" charset="0"/>
              </a:rPr>
              <a:t>via the internet without traditiona</a:t>
            </a:r>
            <a:r>
              <a:rPr lang="zh-CN" altLang="x-none" sz="1100">
                <a:solidFill>
                  <a:srgbClr val="2B2B2D"/>
                </a:solidFill>
                <a:latin typeface="Times New Roman" panose="02020603050405020304" pitchFamily="18" charset="0"/>
                <a:cs typeface="Times New Roman" panose="02020603050405020304" pitchFamily="18" charset="0"/>
              </a:rPr>
              <a:t>l </a:t>
            </a:r>
            <a:r>
              <a:rPr lang="zh-CN" altLang="x-none" sz="1100">
                <a:solidFill>
                  <a:srgbClr val="645B67"/>
                </a:solidFill>
                <a:latin typeface="Times New Roman" panose="02020603050405020304" pitchFamily="18" charset="0"/>
                <a:cs typeface="Times New Roman" panose="02020603050405020304" pitchFamily="18" charset="0"/>
              </a:rPr>
              <a:t>te</a:t>
            </a:r>
            <a:r>
              <a:rPr lang="zh-CN" altLang="x-none" sz="1100">
                <a:solidFill>
                  <a:srgbClr val="543B2F"/>
                </a:solidFill>
                <a:latin typeface="Times New Roman" panose="02020603050405020304" pitchFamily="18" charset="0"/>
                <a:cs typeface="Times New Roman" panose="02020603050405020304" pitchFamily="18" charset="0"/>
              </a:rPr>
              <a:t>l</a:t>
            </a:r>
            <a:r>
              <a:rPr lang="zh-CN" altLang="x-none" sz="1100">
                <a:solidFill>
                  <a:srgbClr val="544B56"/>
                </a:solidFill>
                <a:latin typeface="Times New Roman" panose="02020603050405020304" pitchFamily="18" charset="0"/>
                <a:cs typeface="Times New Roman" panose="02020603050405020304" pitchFamily="18" charset="0"/>
              </a:rPr>
              <a:t>ecommunication </a:t>
            </a:r>
            <a:r>
              <a:rPr lang="zh-CN" altLang="x-none" sz="1100">
                <a:solidFill>
                  <a:srgbClr val="645B67"/>
                </a:solidFill>
                <a:latin typeface="Times New Roman" panose="02020603050405020304" pitchFamily="18" charset="0"/>
                <a:cs typeface="Times New Roman" panose="02020603050405020304" pitchFamily="18" charset="0"/>
              </a:rPr>
              <a:t>or </a:t>
            </a:r>
            <a:r>
              <a:rPr lang="zh-CN" altLang="x-none" sz="1100">
                <a:solidFill>
                  <a:srgbClr val="544B56"/>
                </a:solidFill>
                <a:latin typeface="Times New Roman" panose="02020603050405020304" pitchFamily="18" charset="0"/>
                <a:cs typeface="Times New Roman" panose="02020603050405020304" pitchFamily="18" charset="0"/>
              </a:rPr>
              <a:t>broadcast methods, </a:t>
            </a:r>
            <a:r>
              <a:rPr lang="zh-CN" altLang="x-none" sz="1100">
                <a:solidFill>
                  <a:srgbClr val="3D3650"/>
                </a:solidFill>
                <a:latin typeface="Times New Roman" panose="02020603050405020304" pitchFamily="18" charset="0"/>
                <a:cs typeface="Times New Roman" panose="02020603050405020304" pitchFamily="18" charset="0"/>
              </a:rPr>
              <a:t>r</a:t>
            </a:r>
            <a:r>
              <a:rPr lang="zh-CN" altLang="x-none" sz="1100">
                <a:solidFill>
                  <a:srgbClr val="645B67"/>
                </a:solidFill>
                <a:latin typeface="Times New Roman" panose="02020603050405020304" pitchFamily="18" charset="0"/>
                <a:cs typeface="Times New Roman" panose="02020603050405020304" pitchFamily="18" charset="0"/>
              </a:rPr>
              <a:t>evo</a:t>
            </a:r>
            <a:r>
              <a:rPr lang="zh-CN" altLang="x-none" sz="1100">
                <a:solidFill>
                  <a:srgbClr val="2B2B2D"/>
                </a:solidFill>
                <a:latin typeface="Times New Roman" panose="02020603050405020304" pitchFamily="18" charset="0"/>
                <a:cs typeface="Times New Roman" panose="02020603050405020304" pitchFamily="18" charset="0"/>
              </a:rPr>
              <a:t>l</a:t>
            </a:r>
            <a:r>
              <a:rPr lang="zh-CN" altLang="x-none" sz="1100">
                <a:solidFill>
                  <a:srgbClr val="544B56"/>
                </a:solidFill>
                <a:latin typeface="Times New Roman" panose="02020603050405020304" pitchFamily="18" charset="0"/>
                <a:cs typeface="Times New Roman" panose="02020603050405020304" pitchFamily="18" charset="0"/>
              </a:rPr>
              <a:t>utionizing </a:t>
            </a:r>
            <a:r>
              <a:rPr lang="zh-CN" altLang="x-none" sz="1100">
                <a:solidFill>
                  <a:srgbClr val="645B67"/>
                </a:solidFill>
                <a:latin typeface="Times New Roman" panose="02020603050405020304" pitchFamily="18" charset="0"/>
                <a:cs typeface="Times New Roman" panose="02020603050405020304" pitchFamily="18" charset="0"/>
              </a:rPr>
              <a:t>how audiencesengage with </a:t>
            </a:r>
            <a:r>
              <a:rPr lang="zh-CN" altLang="x-none" sz="1100">
                <a:solidFill>
                  <a:srgbClr val="544B56"/>
                </a:solidFill>
                <a:latin typeface="Times New Roman" panose="02020603050405020304" pitchFamily="18" charset="0"/>
                <a:cs typeface="Times New Roman" panose="02020603050405020304" pitchFamily="18" charset="0"/>
              </a:rPr>
              <a:t>entertainment.</a:t>
            </a:r>
            <a:endParaRPr lang="zh-CN" altLang="x-none" sz="1100" dirty="0">
              <a:latin typeface="Times New Roman" panose="02020603050405020304" pitchFamily="18" charset="0"/>
              <a:ea typeface="Times New Roman" panose="02020603050405020304" pitchFamily="18" charset="0"/>
            </a:endParaRPr>
          </a:p>
        </p:txBody>
      </p:sp>
      <p:sp>
        <p:nvSpPr>
          <p:cNvPr id="7" name="object 7"/>
          <p:cNvSpPr txBox="1"/>
          <p:nvPr/>
        </p:nvSpPr>
        <p:spPr>
          <a:xfrm>
            <a:off x="5559425" y="3919538"/>
            <a:ext cx="3556000" cy="1127760"/>
          </a:xfrm>
          <a:prstGeom prst="rect">
            <a:avLst/>
          </a:prstGeom>
        </p:spPr>
        <p:txBody>
          <a:bodyPr vert="horz" wrap="square" lIns="0" tIns="0" rIns="0" bIns="0" rtlCol="0">
            <a:spAutoFit/>
          </a:bodyPr>
          <a:p>
            <a:pPr marL="12700" indent="9525" eaLnBrk="1" hangingPunct="1">
              <a:buNone/>
            </a:pPr>
            <a:r>
              <a:rPr lang="en-US" altLang="zh-CN" sz="1400" b="1">
                <a:solidFill>
                  <a:srgbClr val="2B2B2D"/>
                </a:solidFill>
                <a:latin typeface="Arial" panose="020B0604020202020204" pitchFamily="34" charset="0"/>
                <a:cs typeface="Arial" panose="020B0604020202020204" pitchFamily="34" charset="0"/>
              </a:rPr>
              <a:t>S</a:t>
            </a:r>
            <a:r>
              <a:rPr lang="zh-CN" altLang="x-none" sz="1400" b="1">
                <a:solidFill>
                  <a:srgbClr val="2B2B2D"/>
                </a:solidFill>
                <a:latin typeface="Arial" panose="020B0604020202020204" pitchFamily="34" charset="0"/>
                <a:cs typeface="Arial" panose="020B0604020202020204" pitchFamily="34" charset="0"/>
              </a:rPr>
              <a:t>ignificance of consumer segmentation</a:t>
            </a:r>
            <a:endParaRPr lang="zh-CN" altLang="x-none" sz="1400" dirty="0">
              <a:latin typeface="Arial" panose="020B0604020202020204" pitchFamily="34" charset="0"/>
              <a:cs typeface="Arial" panose="020B0604020202020204" pitchFamily="34" charset="0"/>
            </a:endParaRPr>
          </a:p>
          <a:p>
            <a:pPr marL="12700" indent="9525" eaLnBrk="1" hangingPunct="1">
              <a:lnSpc>
                <a:spcPct val="124000"/>
              </a:lnSpc>
              <a:spcBef>
                <a:spcPts val="575"/>
              </a:spcBef>
              <a:buNone/>
            </a:pPr>
            <a:r>
              <a:rPr lang="zh-CN" altLang="x-none" sz="1100">
                <a:solidFill>
                  <a:srgbClr val="544B56"/>
                </a:solidFill>
                <a:latin typeface="Times New Roman" panose="02020603050405020304" pitchFamily="18" charset="0"/>
                <a:cs typeface="Times New Roman" panose="02020603050405020304" pitchFamily="18" charset="0"/>
              </a:rPr>
              <a:t>Consumer </a:t>
            </a:r>
            <a:r>
              <a:rPr lang="zh-CN" altLang="x-none" sz="1100">
                <a:solidFill>
                  <a:srgbClr val="645B67"/>
                </a:solidFill>
                <a:latin typeface="Times New Roman" panose="02020603050405020304" pitchFamily="18" charset="0"/>
                <a:cs typeface="Times New Roman" panose="02020603050405020304" pitchFamily="18" charset="0"/>
              </a:rPr>
              <a:t>segmentation in </a:t>
            </a:r>
            <a:r>
              <a:rPr lang="zh-CN" altLang="x-none" sz="1100">
                <a:solidFill>
                  <a:srgbClr val="544B56"/>
                </a:solidFill>
                <a:latin typeface="Times New Roman" panose="02020603050405020304" pitchFamily="18" charset="0"/>
                <a:cs typeface="Times New Roman" panose="02020603050405020304" pitchFamily="18" charset="0"/>
              </a:rPr>
              <a:t>OTT </a:t>
            </a:r>
            <a:r>
              <a:rPr lang="zh-CN" altLang="x-none" sz="1100">
                <a:solidFill>
                  <a:srgbClr val="645B67"/>
                </a:solidFill>
                <a:latin typeface="Times New Roman" panose="02020603050405020304" pitchFamily="18" charset="0"/>
                <a:cs typeface="Times New Roman" panose="02020603050405020304" pitchFamily="18" charset="0"/>
              </a:rPr>
              <a:t>se</a:t>
            </a:r>
            <a:r>
              <a:rPr lang="zh-CN" altLang="x-none" sz="1100">
                <a:solidFill>
                  <a:srgbClr val="3D3650"/>
                </a:solidFill>
                <a:latin typeface="Times New Roman" panose="02020603050405020304" pitchFamily="18" charset="0"/>
                <a:cs typeface="Times New Roman" panose="02020603050405020304" pitchFamily="18" charset="0"/>
              </a:rPr>
              <a:t>r</a:t>
            </a:r>
            <a:r>
              <a:rPr lang="zh-CN" altLang="x-none" sz="1100">
                <a:solidFill>
                  <a:srgbClr val="645B67"/>
                </a:solidFill>
                <a:latin typeface="Times New Roman" panose="02020603050405020304" pitchFamily="18" charset="0"/>
                <a:cs typeface="Times New Roman" panose="02020603050405020304" pitchFamily="18" charset="0"/>
              </a:rPr>
              <a:t>vices allows for </a:t>
            </a:r>
            <a:r>
              <a:rPr lang="zh-CN" altLang="x-none" sz="1100">
                <a:solidFill>
                  <a:srgbClr val="544B56"/>
                </a:solidFill>
                <a:latin typeface="Times New Roman" panose="02020603050405020304" pitchFamily="18" charset="0"/>
                <a:cs typeface="Times New Roman" panose="02020603050405020304" pitchFamily="18" charset="0"/>
              </a:rPr>
              <a:t>targeted </a:t>
            </a:r>
            <a:r>
              <a:rPr lang="zh-CN" altLang="x-none" sz="1100">
                <a:solidFill>
                  <a:srgbClr val="645B67"/>
                </a:solidFill>
                <a:latin typeface="Times New Roman" panose="02020603050405020304" pitchFamily="18" charset="0"/>
                <a:cs typeface="Times New Roman" panose="02020603050405020304" pitchFamily="18" charset="0"/>
              </a:rPr>
              <a:t>marketing and pe</a:t>
            </a:r>
            <a:r>
              <a:rPr lang="zh-CN" altLang="x-none" sz="1100">
                <a:solidFill>
                  <a:srgbClr val="3D3650"/>
                </a:solidFill>
                <a:latin typeface="Times New Roman" panose="02020603050405020304" pitchFamily="18" charset="0"/>
                <a:cs typeface="Times New Roman" panose="02020603050405020304" pitchFamily="18" charset="0"/>
              </a:rPr>
              <a:t>r</a:t>
            </a:r>
            <a:r>
              <a:rPr lang="zh-CN" altLang="x-none" sz="1100">
                <a:solidFill>
                  <a:srgbClr val="645B67"/>
                </a:solidFill>
                <a:latin typeface="Times New Roman" panose="02020603050405020304" pitchFamily="18" charset="0"/>
                <a:cs typeface="Times New Roman" panose="02020603050405020304" pitchFamily="18" charset="0"/>
              </a:rPr>
              <a:t>sonalized experiences, enhancing viewer satisfaction and loyalty </a:t>
            </a:r>
            <a:r>
              <a:rPr lang="zh-CN" altLang="x-none" sz="1100">
                <a:solidFill>
                  <a:srgbClr val="544B56"/>
                </a:solidFill>
                <a:latin typeface="Times New Roman" panose="02020603050405020304" pitchFamily="18" charset="0"/>
                <a:cs typeface="Times New Roman" panose="02020603050405020304" pitchFamily="18" charset="0"/>
              </a:rPr>
              <a:t>by understanding diverse </a:t>
            </a:r>
            <a:r>
              <a:rPr lang="zh-CN" altLang="x-none" sz="1100">
                <a:solidFill>
                  <a:srgbClr val="645B67"/>
                </a:solidFill>
                <a:latin typeface="Times New Roman" panose="02020603050405020304" pitchFamily="18" charset="0"/>
                <a:cs typeface="Times New Roman" panose="02020603050405020304" pitchFamily="18" charset="0"/>
              </a:rPr>
              <a:t>audience prefe</a:t>
            </a:r>
            <a:r>
              <a:rPr lang="zh-CN" altLang="x-none" sz="1100">
                <a:solidFill>
                  <a:srgbClr val="3D3650"/>
                </a:solidFill>
                <a:latin typeface="Times New Roman" panose="02020603050405020304" pitchFamily="18" charset="0"/>
                <a:cs typeface="Times New Roman" panose="02020603050405020304" pitchFamily="18" charset="0"/>
              </a:rPr>
              <a:t>r</a:t>
            </a:r>
            <a:r>
              <a:rPr lang="zh-CN" altLang="x-none" sz="1100">
                <a:solidFill>
                  <a:srgbClr val="645B67"/>
                </a:solidFill>
                <a:latin typeface="Times New Roman" panose="02020603050405020304" pitchFamily="18" charset="0"/>
                <a:cs typeface="Times New Roman" panose="02020603050405020304" pitchFamily="18" charset="0"/>
              </a:rPr>
              <a:t>ences and behaviors.</a:t>
            </a:r>
            <a:endParaRPr lang="zh-CN" altLang="x-none" sz="11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p:nvPr/>
        </p:nvSpPr>
        <p:spPr>
          <a:xfrm>
            <a:off x="328613" y="1262063"/>
            <a:ext cx="120650" cy="2286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1600" kern="1200" cap="none" spc="175" normalizeH="0" baseline="0" noProof="0" dirty="0">
                <a:solidFill>
                  <a:srgbClr val="6B6672"/>
                </a:solidFill>
                <a:latin typeface="Times New Roman" panose="02020603050405020304"/>
                <a:ea typeface="+mn-ea"/>
                <a:cs typeface="Times New Roman" panose="02020603050405020304"/>
              </a:rPr>
              <a:t>•</a:t>
            </a:r>
            <a:endParaRPr kumimoji="0" sz="1600" kern="1200" cap="none" spc="0" normalizeH="0" baseline="0" noProof="0">
              <a:latin typeface="Times New Roman" panose="02020603050405020304"/>
              <a:ea typeface="+mn-ea"/>
              <a:cs typeface="Times New Roman" panose="02020603050405020304"/>
            </a:endParaRPr>
          </a:p>
        </p:txBody>
      </p:sp>
      <p:sp>
        <p:nvSpPr>
          <p:cNvPr id="3" name="object 3"/>
          <p:cNvSpPr txBox="1">
            <a:spLocks noGrp="1"/>
          </p:cNvSpPr>
          <p:nvPr>
            <p:ph type="title"/>
          </p:nvPr>
        </p:nvSpPr>
        <p:spPr>
          <a:xfrm>
            <a:off x="349250" y="1435100"/>
            <a:ext cx="9359900" cy="464820"/>
          </a:xfrm>
        </p:spPr>
        <p:txBody>
          <a:bodyPr vert="horz" wrap="square" lIns="0" tIns="88882" rIns="0" bIns="0" rtlCol="0">
            <a:spAutoFit/>
          </a:bodyPr>
          <a:lstStyle/>
          <a:p>
            <a:pPr marL="229870" marR="0" lvl="0" indent="0" defTabSz="914400" eaLnBrk="1" fontAlgn="auto" latinLnBrk="0" hangingPunct="1">
              <a:lnSpc>
                <a:spcPct val="100000"/>
              </a:lnSpc>
              <a:spcBef>
                <a:spcPts val="0"/>
              </a:spcBef>
              <a:spcAft>
                <a:spcPts val="0"/>
              </a:spcAft>
              <a:buClrTx/>
              <a:buSzTx/>
              <a:buFontTx/>
              <a:buNone/>
              <a:defRPr/>
            </a:pPr>
            <a:r>
              <a:rPr kumimoji="0" sz="2450" b="1" i="0" u="none" strike="noStrike" kern="0" cap="none" spc="-85" normalizeH="0" baseline="0" noProof="0" dirty="0">
                <a:ln>
                  <a:noFill/>
                </a:ln>
                <a:solidFill>
                  <a:srgbClr val="3A72B8"/>
                </a:solidFill>
                <a:effectLst/>
                <a:uLnTx/>
                <a:uFillTx/>
                <a:latin typeface="Arial" panose="020B0604020202020204"/>
                <a:ea typeface="+mj-ea"/>
                <a:cs typeface="Arial" panose="020B0604020202020204"/>
              </a:rPr>
              <a:t>A</a:t>
            </a:r>
            <a:r>
              <a:rPr kumimoji="0" lang="en-US" sz="2450" b="1" i="0" u="none" strike="noStrike" kern="0" cap="none" spc="-85" normalizeH="0" baseline="0" noProof="0" dirty="0">
                <a:ln>
                  <a:noFill/>
                </a:ln>
                <a:solidFill>
                  <a:srgbClr val="3A72B8"/>
                </a:solidFill>
                <a:effectLst/>
                <a:uLnTx/>
                <a:uFillTx/>
                <a:latin typeface="Arial" panose="020B0604020202020204"/>
                <a:ea typeface="+mj-ea"/>
                <a:cs typeface="Arial" panose="020B0604020202020204"/>
              </a:rPr>
              <a:t>lgorithms</a:t>
            </a:r>
            <a:r>
              <a:rPr kumimoji="0" sz="2450" b="1" i="0" u="none" strike="noStrike" kern="0" cap="none" spc="215" normalizeH="0" baseline="0" noProof="0" dirty="0">
                <a:ln>
                  <a:noFill/>
                </a:ln>
                <a:solidFill>
                  <a:srgbClr val="3A72B8"/>
                </a:solidFill>
                <a:effectLst/>
                <a:uLnTx/>
                <a:uFillTx/>
                <a:latin typeface="Arial" panose="020B0604020202020204"/>
                <a:ea typeface="+mj-ea"/>
                <a:cs typeface="Arial" panose="020B0604020202020204"/>
              </a:rPr>
              <a:t> </a:t>
            </a:r>
            <a:r>
              <a:rPr kumimoji="0" sz="2450" b="1" i="0" u="none" strike="noStrike" kern="0" cap="none" spc="20" normalizeH="0" baseline="0" noProof="0" dirty="0">
                <a:ln>
                  <a:noFill/>
                </a:ln>
                <a:solidFill>
                  <a:srgbClr val="3A72B8"/>
                </a:solidFill>
                <a:effectLst/>
                <a:uLnTx/>
                <a:uFillTx/>
                <a:latin typeface="Arial" panose="020B0604020202020204"/>
                <a:ea typeface="+mj-ea"/>
                <a:cs typeface="Arial" panose="020B0604020202020204"/>
              </a:rPr>
              <a:t>U</a:t>
            </a:r>
            <a:r>
              <a:rPr kumimoji="0" lang="en-US" sz="2450" b="1" i="0" u="none" strike="noStrike" kern="0" cap="none" spc="20" normalizeH="0" baseline="0" noProof="0" dirty="0">
                <a:ln>
                  <a:noFill/>
                </a:ln>
                <a:solidFill>
                  <a:srgbClr val="3A72B8"/>
                </a:solidFill>
                <a:effectLst/>
                <a:uLnTx/>
                <a:uFillTx/>
                <a:latin typeface="Arial" panose="020B0604020202020204"/>
                <a:ea typeface="+mj-ea"/>
                <a:cs typeface="Arial" panose="020B0604020202020204"/>
              </a:rPr>
              <a:t>sed</a:t>
            </a:r>
            <a:endParaRPr kumimoji="0" lang="en-US" sz="2450" b="1" i="0" u="none" strike="noStrike" kern="0" cap="none" spc="20" normalizeH="0" baseline="0" noProof="0" dirty="0">
              <a:ln>
                <a:noFill/>
              </a:ln>
              <a:solidFill>
                <a:srgbClr val="3A72B8"/>
              </a:solidFill>
              <a:effectLst/>
              <a:uLnTx/>
              <a:uFillTx/>
              <a:latin typeface="Arial" panose="020B0604020202020204"/>
              <a:ea typeface="+mj-ea"/>
              <a:cs typeface="Arial" panose="020B0604020202020204"/>
            </a:endParaRPr>
          </a:p>
        </p:txBody>
      </p:sp>
      <p:sp>
        <p:nvSpPr>
          <p:cNvPr id="4" name="object 4"/>
          <p:cNvSpPr txBox="1"/>
          <p:nvPr/>
        </p:nvSpPr>
        <p:spPr>
          <a:xfrm>
            <a:off x="557213" y="3670300"/>
            <a:ext cx="2925763" cy="900113"/>
          </a:xfrm>
          <a:prstGeom prst="rect">
            <a:avLst/>
          </a:prstGeom>
        </p:spPr>
        <p:txBody>
          <a:bodyPr vert="horz" wrap="square" lIns="0" tIns="0" rIns="0" bIns="0" rtlCol="0">
            <a:spAutoFit/>
          </a:bodyPr>
          <a:p>
            <a:pPr marL="20955" eaLnBrk="1" hangingPunct="1">
              <a:buNone/>
            </a:pPr>
            <a:r>
              <a:rPr lang="zh-CN" altLang="x-none" sz="1200" b="1">
                <a:solidFill>
                  <a:srgbClr val="3F3D41"/>
                </a:solidFill>
                <a:latin typeface="Arial" panose="020B0604020202020204" pitchFamily="34" charset="0"/>
                <a:cs typeface="Arial" panose="020B0604020202020204" pitchFamily="34" charset="0"/>
              </a:rPr>
              <a:t>SUPPORT  VECTOR  MACHINE</a:t>
            </a:r>
            <a:endParaRPr lang="zh-CN" altLang="x-none" sz="1200" dirty="0">
              <a:latin typeface="Arial" panose="020B0604020202020204" pitchFamily="34" charset="0"/>
              <a:cs typeface="Arial" panose="020B0604020202020204" pitchFamily="34" charset="0"/>
            </a:endParaRPr>
          </a:p>
          <a:p>
            <a:pPr marL="20955" eaLnBrk="1" hangingPunct="1">
              <a:spcBef>
                <a:spcPts val="250"/>
              </a:spcBef>
              <a:buNone/>
            </a:pPr>
            <a:r>
              <a:rPr lang="zh-CN" altLang="x-none" sz="1300">
                <a:solidFill>
                  <a:srgbClr val="7C777E"/>
                </a:solidFill>
                <a:latin typeface="Times New Roman" panose="02020603050405020304" pitchFamily="18" charset="0"/>
                <a:cs typeface="Times New Roman" panose="02020603050405020304" pitchFamily="18" charset="0"/>
              </a:rPr>
              <a:t>A </a:t>
            </a:r>
            <a:r>
              <a:rPr lang="zh-CN" altLang="x-none" sz="1300">
                <a:solidFill>
                  <a:srgbClr val="8C878E"/>
                </a:solidFill>
                <a:latin typeface="Times New Roman" panose="02020603050405020304" pitchFamily="18" charset="0"/>
                <a:cs typeface="Times New Roman" panose="02020603050405020304" pitchFamily="18" charset="0"/>
              </a:rPr>
              <a:t>robust classification </a:t>
            </a:r>
            <a:r>
              <a:rPr lang="zh-CN" altLang="x-none" sz="1300">
                <a:solidFill>
                  <a:srgbClr val="7C777E"/>
                </a:solidFill>
                <a:latin typeface="Times New Roman" panose="02020603050405020304" pitchFamily="18" charset="0"/>
                <a:cs typeface="Times New Roman" panose="02020603050405020304" pitchFamily="18" charset="0"/>
              </a:rPr>
              <a:t>technique </a:t>
            </a:r>
            <a:r>
              <a:rPr lang="zh-CN" altLang="x-none" sz="1300">
                <a:solidFill>
                  <a:srgbClr val="8C878E"/>
                </a:solidFill>
                <a:latin typeface="Times New Roman" panose="02020603050405020304" pitchFamily="18" charset="0"/>
                <a:cs typeface="Times New Roman" panose="02020603050405020304" pitchFamily="18" charset="0"/>
              </a:rPr>
              <a:t>that</a:t>
            </a:r>
            <a:endParaRPr lang="zh-CN" altLang="x-none" sz="1300" dirty="0">
              <a:latin typeface="Times New Roman" panose="02020603050405020304" pitchFamily="18" charset="0"/>
              <a:cs typeface="Times New Roman" panose="02020603050405020304" pitchFamily="18" charset="0"/>
            </a:endParaRPr>
          </a:p>
          <a:p>
            <a:pPr marL="20955" eaLnBrk="1" hangingPunct="1">
              <a:lnSpc>
                <a:spcPct val="124000"/>
              </a:lnSpc>
              <a:buNone/>
            </a:pPr>
            <a:r>
              <a:rPr lang="zh-CN" altLang="x-none" sz="1300">
                <a:solidFill>
                  <a:srgbClr val="7C777E"/>
                </a:solidFill>
                <a:latin typeface="Times New Roman" panose="02020603050405020304" pitchFamily="18" charset="0"/>
                <a:cs typeface="Times New Roman" panose="02020603050405020304" pitchFamily="18" charset="0"/>
              </a:rPr>
              <a:t>finds </a:t>
            </a:r>
            <a:r>
              <a:rPr lang="zh-CN" altLang="x-none" sz="1300">
                <a:solidFill>
                  <a:srgbClr val="8C878E"/>
                </a:solidFill>
                <a:latin typeface="Times New Roman" panose="02020603050405020304" pitchFamily="18" charset="0"/>
                <a:cs typeface="Times New Roman" panose="02020603050405020304" pitchFamily="18" charset="0"/>
              </a:rPr>
              <a:t>an optimal </a:t>
            </a:r>
            <a:r>
              <a:rPr lang="zh-CN" altLang="x-none" sz="1300">
                <a:solidFill>
                  <a:srgbClr val="7C777E"/>
                </a:solidFill>
                <a:latin typeface="Times New Roman" panose="02020603050405020304" pitchFamily="18" charset="0"/>
                <a:cs typeface="Times New Roman" panose="02020603050405020304" pitchFamily="18" charset="0"/>
              </a:rPr>
              <a:t>hyperplane to </a:t>
            </a:r>
            <a:r>
              <a:rPr lang="zh-CN" altLang="x-none" sz="1300">
                <a:solidFill>
                  <a:srgbClr val="8C878E"/>
                </a:solidFill>
                <a:latin typeface="Times New Roman" panose="02020603050405020304" pitchFamily="18" charset="0"/>
                <a:cs typeface="Times New Roman" panose="02020603050405020304" pitchFamily="18" charset="0"/>
              </a:rPr>
              <a:t>separate </a:t>
            </a:r>
            <a:r>
              <a:rPr lang="zh-CN" altLang="x-none" sz="1300">
                <a:solidFill>
                  <a:srgbClr val="7C777E"/>
                </a:solidFill>
                <a:latin typeface="Times New Roman" panose="02020603050405020304" pitchFamily="18" charset="0"/>
                <a:cs typeface="Times New Roman" panose="02020603050405020304" pitchFamily="18" charset="0"/>
              </a:rPr>
              <a:t>different </a:t>
            </a:r>
            <a:r>
              <a:rPr lang="zh-CN" altLang="x-none" sz="1300">
                <a:solidFill>
                  <a:srgbClr val="8C878E"/>
                </a:solidFill>
                <a:latin typeface="Times New Roman" panose="02020603050405020304" pitchFamily="18" charset="0"/>
                <a:cs typeface="Times New Roman" panose="02020603050405020304" pitchFamily="18" charset="0"/>
              </a:rPr>
              <a:t>consumer </a:t>
            </a:r>
            <a:r>
              <a:rPr lang="zh-CN" altLang="x-none" sz="1300">
                <a:solidFill>
                  <a:srgbClr val="7C777E"/>
                </a:solidFill>
                <a:latin typeface="Times New Roman" panose="02020603050405020304" pitchFamily="18" charset="0"/>
                <a:cs typeface="Times New Roman" panose="02020603050405020304" pitchFamily="18" charset="0"/>
              </a:rPr>
              <a:t>groups</a:t>
            </a:r>
            <a:r>
              <a:rPr lang="zh-CN" altLang="x-none" sz="1300">
                <a:solidFill>
                  <a:srgbClr val="5B708E"/>
                </a:solidFill>
                <a:latin typeface="Times New Roman" panose="02020603050405020304" pitchFamily="18" charset="0"/>
                <a:cs typeface="Times New Roman" panose="02020603050405020304" pitchFamily="18" charset="0"/>
              </a:rPr>
              <a:t>.</a:t>
            </a:r>
            <a:endParaRPr lang="zh-CN" altLang="x-none" sz="1300" dirty="0">
              <a:latin typeface="Times New Roman" panose="02020603050405020304" pitchFamily="18" charset="0"/>
              <a:ea typeface="Times New Roman" panose="02020603050405020304" pitchFamily="18" charset="0"/>
            </a:endParaRPr>
          </a:p>
        </p:txBody>
      </p:sp>
      <p:sp>
        <p:nvSpPr>
          <p:cNvPr id="5" name="object 5"/>
          <p:cNvSpPr txBox="1"/>
          <p:nvPr/>
        </p:nvSpPr>
        <p:spPr>
          <a:xfrm>
            <a:off x="6208713" y="2363788"/>
            <a:ext cx="2982913" cy="840740"/>
          </a:xfrm>
          <a:prstGeom prst="rect">
            <a:avLst/>
          </a:prstGeom>
        </p:spPr>
        <p:txBody>
          <a:bodyPr vert="horz" wrap="square" lIns="0" tIns="0" rIns="0" bIns="0" rtlCol="0">
            <a:spAutoFit/>
          </a:bodyPr>
          <a:p>
            <a:pPr marL="20955" eaLnBrk="1" hangingPunct="1">
              <a:buNone/>
            </a:pPr>
            <a:r>
              <a:rPr lang="zh-CN" altLang="x-none" sz="1200" b="1">
                <a:solidFill>
                  <a:srgbClr val="3F3D41"/>
                </a:solidFill>
                <a:latin typeface="Arial" panose="020B0604020202020204" pitchFamily="34" charset="0"/>
                <a:cs typeface="Arial" panose="020B0604020202020204" pitchFamily="34" charset="0"/>
              </a:rPr>
              <a:t>RANDOM  FOREST</a:t>
            </a:r>
            <a:endParaRPr lang="zh-CN" altLang="x-none" sz="1200" dirty="0">
              <a:latin typeface="Arial" panose="020B0604020202020204" pitchFamily="34" charset="0"/>
              <a:cs typeface="Arial" panose="020B0604020202020204" pitchFamily="34" charset="0"/>
            </a:endParaRPr>
          </a:p>
          <a:p>
            <a:pPr marL="20955" eaLnBrk="1" hangingPunct="1">
              <a:lnSpc>
                <a:spcPct val="124000"/>
              </a:lnSpc>
              <a:spcBef>
                <a:spcPts val="215"/>
              </a:spcBef>
              <a:buNone/>
            </a:pPr>
            <a:r>
              <a:rPr lang="zh-CN" altLang="x-none" sz="1100">
                <a:solidFill>
                  <a:srgbClr val="8C878E"/>
                </a:solidFill>
                <a:latin typeface="Times New Roman" panose="02020603050405020304" pitchFamily="18" charset="0"/>
                <a:cs typeface="Times New Roman" panose="02020603050405020304" pitchFamily="18" charset="0"/>
              </a:rPr>
              <a:t>A </a:t>
            </a:r>
            <a:r>
              <a:rPr lang="zh-CN" altLang="x-none" sz="1100">
                <a:solidFill>
                  <a:srgbClr val="7C777E"/>
                </a:solidFill>
                <a:latin typeface="Times New Roman" panose="02020603050405020304" pitchFamily="18" charset="0"/>
                <a:cs typeface="Times New Roman" panose="02020603050405020304" pitchFamily="18" charset="0"/>
              </a:rPr>
              <a:t>powerful ensemble learning </a:t>
            </a:r>
            <a:r>
              <a:rPr lang="zh-CN" altLang="x-none" sz="1100">
                <a:solidFill>
                  <a:srgbClr val="8C878E"/>
                </a:solidFill>
                <a:latin typeface="Times New Roman" panose="02020603050405020304" pitchFamily="18" charset="0"/>
                <a:cs typeface="Times New Roman" panose="02020603050405020304" pitchFamily="18" charset="0"/>
              </a:rPr>
              <a:t>method that </a:t>
            </a:r>
            <a:r>
              <a:rPr lang="zh-CN" altLang="x-none" sz="1100">
                <a:solidFill>
                  <a:srgbClr val="7C777E"/>
                </a:solidFill>
                <a:latin typeface="Times New Roman" panose="02020603050405020304" pitchFamily="18" charset="0"/>
                <a:cs typeface="Times New Roman" panose="02020603050405020304" pitchFamily="18" charset="0"/>
              </a:rPr>
              <a:t>improves </a:t>
            </a:r>
            <a:r>
              <a:rPr lang="zh-CN" altLang="x-none" sz="1100">
                <a:solidFill>
                  <a:srgbClr val="8C878E"/>
                </a:solidFill>
                <a:latin typeface="Times New Roman" panose="02020603050405020304" pitchFamily="18" charset="0"/>
                <a:cs typeface="Times New Roman" panose="02020603050405020304" pitchFamily="18" charset="0"/>
              </a:rPr>
              <a:t>class</a:t>
            </a:r>
            <a:r>
              <a:rPr lang="zh-CN" altLang="x-none" sz="1100">
                <a:solidFill>
                  <a:srgbClr val="6B6672"/>
                </a:solidFill>
                <a:latin typeface="Times New Roman" panose="02020603050405020304" pitchFamily="18" charset="0"/>
                <a:cs typeface="Times New Roman" panose="02020603050405020304" pitchFamily="18" charset="0"/>
              </a:rPr>
              <a:t>ificati</a:t>
            </a:r>
            <a:r>
              <a:rPr lang="zh-CN" altLang="x-none" sz="1100">
                <a:solidFill>
                  <a:srgbClr val="8C878E"/>
                </a:solidFill>
                <a:latin typeface="Times New Roman" panose="02020603050405020304" pitchFamily="18" charset="0"/>
                <a:cs typeface="Times New Roman" panose="02020603050405020304" pitchFamily="18" charset="0"/>
              </a:rPr>
              <a:t>on accuracy by combining multiple decision trees.</a:t>
            </a:r>
            <a:endParaRPr lang="zh-CN" altLang="x-none" sz="1100" dirty="0">
              <a:latin typeface="Times New Roman" panose="02020603050405020304" pitchFamily="18" charset="0"/>
              <a:ea typeface="Times New Roman" panose="02020603050405020304" pitchFamily="18" charset="0"/>
            </a:endParaRPr>
          </a:p>
        </p:txBody>
      </p:sp>
      <p:sp>
        <p:nvSpPr>
          <p:cNvPr id="6" name="object 6"/>
          <p:cNvSpPr txBox="1"/>
          <p:nvPr/>
        </p:nvSpPr>
        <p:spPr>
          <a:xfrm>
            <a:off x="6218238" y="4852988"/>
            <a:ext cx="3109913" cy="914400"/>
          </a:xfrm>
          <a:prstGeom prst="rect">
            <a:avLst/>
          </a:prstGeom>
        </p:spPr>
        <p:txBody>
          <a:bodyPr vert="horz" wrap="square" lIns="0" tIns="0" rIns="0" bIns="0" rtlCol="0">
            <a:spAutoFit/>
          </a:bodyPr>
          <a:p>
            <a:pPr marL="20955" eaLnBrk="1" hangingPunct="1">
              <a:buNone/>
            </a:pPr>
            <a:r>
              <a:rPr lang="zh-CN" altLang="x-none" sz="1200" b="1">
                <a:solidFill>
                  <a:srgbClr val="3F3D41"/>
                </a:solidFill>
                <a:latin typeface="Arial" panose="020B0604020202020204" pitchFamily="34" charset="0"/>
                <a:cs typeface="Arial" panose="020B0604020202020204" pitchFamily="34" charset="0"/>
              </a:rPr>
              <a:t>K-NEAREST  NEIGHBOURS</a:t>
            </a:r>
            <a:endParaRPr lang="zh-CN" altLang="x-none" sz="1200" dirty="0">
              <a:latin typeface="Arial" panose="020B0604020202020204" pitchFamily="34" charset="0"/>
              <a:cs typeface="Arial" panose="020B0604020202020204" pitchFamily="34" charset="0"/>
            </a:endParaRPr>
          </a:p>
          <a:p>
            <a:pPr marL="20955" eaLnBrk="1" hangingPunct="1">
              <a:lnSpc>
                <a:spcPts val="1865"/>
              </a:lnSpc>
              <a:spcBef>
                <a:spcPts val="65"/>
              </a:spcBef>
              <a:buNone/>
            </a:pPr>
            <a:r>
              <a:rPr lang="zh-CN" altLang="x-none" sz="1300">
                <a:solidFill>
                  <a:srgbClr val="8C878E"/>
                </a:solidFill>
                <a:latin typeface="Times New Roman" panose="02020603050405020304" pitchFamily="18" charset="0"/>
                <a:cs typeface="Times New Roman" panose="02020603050405020304" pitchFamily="18" charset="0"/>
              </a:rPr>
              <a:t>A simp</a:t>
            </a:r>
            <a:r>
              <a:rPr lang="zh-CN" altLang="x-none" sz="1300">
                <a:solidFill>
                  <a:srgbClr val="6B6672"/>
                </a:solidFill>
                <a:latin typeface="Times New Roman" panose="02020603050405020304" pitchFamily="18" charset="0"/>
                <a:cs typeface="Times New Roman" panose="02020603050405020304" pitchFamily="18" charset="0"/>
              </a:rPr>
              <a:t>le </a:t>
            </a:r>
            <a:r>
              <a:rPr lang="zh-CN" altLang="x-none" sz="1300">
                <a:solidFill>
                  <a:srgbClr val="8C878E"/>
                </a:solidFill>
                <a:latin typeface="Times New Roman" panose="02020603050405020304" pitchFamily="18" charset="0"/>
                <a:cs typeface="Times New Roman" panose="02020603050405020304" pitchFamily="18" charset="0"/>
              </a:rPr>
              <a:t>ye</a:t>
            </a:r>
            <a:r>
              <a:rPr lang="zh-CN" altLang="x-none" sz="1300">
                <a:solidFill>
                  <a:srgbClr val="6B6672"/>
                </a:solidFill>
                <a:latin typeface="Times New Roman" panose="02020603050405020304" pitchFamily="18" charset="0"/>
                <a:cs typeface="Times New Roman" panose="02020603050405020304" pitchFamily="18" charset="0"/>
              </a:rPr>
              <a:t>t effective </a:t>
            </a:r>
            <a:r>
              <a:rPr lang="zh-CN" altLang="x-none" sz="1300">
                <a:solidFill>
                  <a:srgbClr val="7C777E"/>
                </a:solidFill>
                <a:latin typeface="Times New Roman" panose="02020603050405020304" pitchFamily="18" charset="0"/>
                <a:cs typeface="Times New Roman" panose="02020603050405020304" pitchFamily="18" charset="0"/>
              </a:rPr>
              <a:t>algorithm </a:t>
            </a:r>
            <a:r>
              <a:rPr lang="zh-CN" altLang="x-none" sz="1300">
                <a:solidFill>
                  <a:srgbClr val="8C878E"/>
                </a:solidFill>
                <a:latin typeface="Times New Roman" panose="02020603050405020304" pitchFamily="18" charset="0"/>
                <a:cs typeface="Times New Roman" panose="02020603050405020304" pitchFamily="18" charset="0"/>
              </a:rPr>
              <a:t>tha</a:t>
            </a:r>
            <a:r>
              <a:rPr lang="zh-CN" altLang="x-none" sz="1300">
                <a:solidFill>
                  <a:srgbClr val="6B6672"/>
                </a:solidFill>
                <a:latin typeface="Times New Roman" panose="02020603050405020304" pitchFamily="18" charset="0"/>
                <a:cs typeface="Times New Roman" panose="02020603050405020304" pitchFamily="18" charset="0"/>
              </a:rPr>
              <a:t>t </a:t>
            </a:r>
            <a:r>
              <a:rPr lang="zh-CN" altLang="x-none" sz="1300">
                <a:solidFill>
                  <a:srgbClr val="8C878E"/>
                </a:solidFill>
                <a:latin typeface="Times New Roman" panose="02020603050405020304" pitchFamily="18" charset="0"/>
                <a:cs typeface="Times New Roman" panose="02020603050405020304" pitchFamily="18" charset="0"/>
              </a:rPr>
              <a:t>classifies</a:t>
            </a:r>
            <a:r>
              <a:rPr lang="zh-CN" altLang="x-none" sz="1300">
                <a:solidFill>
                  <a:srgbClr val="6B6672"/>
                </a:solidFill>
                <a:latin typeface="Times New Roman" panose="02020603050405020304" pitchFamily="18" charset="0"/>
                <a:cs typeface="Times New Roman" panose="02020603050405020304" pitchFamily="18" charset="0"/>
              </a:rPr>
              <a:t>users </a:t>
            </a:r>
            <a:r>
              <a:rPr lang="zh-CN" altLang="x-none" sz="1300">
                <a:solidFill>
                  <a:srgbClr val="7C777E"/>
                </a:solidFill>
                <a:latin typeface="Times New Roman" panose="02020603050405020304" pitchFamily="18" charset="0"/>
                <a:cs typeface="Times New Roman" panose="02020603050405020304" pitchFamily="18" charset="0"/>
              </a:rPr>
              <a:t>based on their </a:t>
            </a:r>
            <a:r>
              <a:rPr lang="zh-CN" altLang="x-none" sz="1300">
                <a:solidFill>
                  <a:srgbClr val="8C878E"/>
                </a:solidFill>
                <a:latin typeface="Times New Roman" panose="02020603050405020304" pitchFamily="18" charset="0"/>
                <a:cs typeface="Times New Roman" panose="02020603050405020304" pitchFamily="18" charset="0"/>
              </a:rPr>
              <a:t>similarity </a:t>
            </a:r>
            <a:r>
              <a:rPr lang="zh-CN" altLang="x-none" sz="1300">
                <a:solidFill>
                  <a:srgbClr val="7C777E"/>
                </a:solidFill>
                <a:latin typeface="Times New Roman" panose="02020603050405020304" pitchFamily="18" charset="0"/>
                <a:cs typeface="Times New Roman" panose="02020603050405020304" pitchFamily="18" charset="0"/>
              </a:rPr>
              <a:t>to</a:t>
            </a:r>
            <a:endParaRPr lang="zh-CN" altLang="x-none" sz="1300" dirty="0">
              <a:latin typeface="Times New Roman" panose="02020603050405020304" pitchFamily="18" charset="0"/>
              <a:cs typeface="Times New Roman" panose="02020603050405020304" pitchFamily="18" charset="0"/>
            </a:endParaRPr>
          </a:p>
          <a:p>
            <a:pPr marL="20955" eaLnBrk="1" hangingPunct="1">
              <a:spcBef>
                <a:spcPts val="340"/>
              </a:spcBef>
              <a:buNone/>
            </a:pPr>
            <a:r>
              <a:rPr lang="zh-CN" altLang="x-none" sz="1300">
                <a:solidFill>
                  <a:srgbClr val="8C878E"/>
                </a:solidFill>
                <a:latin typeface="Times New Roman" panose="02020603050405020304" pitchFamily="18" charset="0"/>
                <a:cs typeface="Times New Roman" panose="02020603050405020304" pitchFamily="18" charset="0"/>
              </a:rPr>
              <a:t>existing </a:t>
            </a:r>
            <a:r>
              <a:rPr lang="zh-CN" altLang="x-none" sz="1300">
                <a:solidFill>
                  <a:srgbClr val="7C777E"/>
                </a:solidFill>
                <a:latin typeface="Times New Roman" panose="02020603050405020304" pitchFamily="18" charset="0"/>
                <a:cs typeface="Times New Roman" panose="02020603050405020304" pitchFamily="18" charset="0"/>
              </a:rPr>
              <a:t>data points.</a:t>
            </a:r>
            <a:endParaRPr lang="zh-CN" altLang="x-none" sz="13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362" name="object 2"/>
          <p:cNvSpPr/>
          <p:nvPr/>
        </p:nvSpPr>
        <p:spPr>
          <a:xfrm>
            <a:off x="1085850" y="1219200"/>
            <a:ext cx="8858250" cy="60960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15363" name="object 3"/>
          <p:cNvSpPr/>
          <p:nvPr/>
        </p:nvSpPr>
        <p:spPr>
          <a:xfrm>
            <a:off x="2514600" y="3771900"/>
            <a:ext cx="685800" cy="819150"/>
          </a:xfrm>
          <a:prstGeom prst="rect">
            <a:avLst/>
          </a:prstGeom>
          <a:blipFill rotWithShape="1">
            <a:blip r:embed="rId2"/>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15364" name="object 4"/>
          <p:cNvSpPr/>
          <p:nvPr/>
        </p:nvSpPr>
        <p:spPr>
          <a:xfrm>
            <a:off x="114300" y="5905500"/>
            <a:ext cx="8858250" cy="609600"/>
          </a:xfrm>
          <a:prstGeom prst="rect">
            <a:avLst/>
          </a:prstGeom>
          <a:blipFill rotWithShape="1">
            <a:blip r:embed="rId3"/>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15365" name="object 5"/>
          <p:cNvSpPr/>
          <p:nvPr/>
        </p:nvSpPr>
        <p:spPr>
          <a:xfrm>
            <a:off x="1638300" y="3819525"/>
            <a:ext cx="514350" cy="0"/>
          </a:xfrm>
          <a:custGeom>
            <a:avLst/>
            <a:gdLst/>
            <a:ahLst/>
            <a:cxnLst/>
            <a:pathLst>
              <a:path w="514350">
                <a:moveTo>
                  <a:pt x="0" y="0"/>
                </a:moveTo>
                <a:lnTo>
                  <a:pt x="514350" y="0"/>
                </a:lnTo>
              </a:path>
            </a:pathLst>
          </a:custGeom>
          <a:noFill/>
          <a:ln w="9525" cap="flat" cmpd="sng">
            <a:solidFill>
              <a:srgbClr val="6B9CCC">
                <a:alpha val="100000"/>
              </a:srgbClr>
            </a:solidFill>
            <a:prstDash val="solid"/>
            <a:headEnd type="none" w="med" len="med"/>
            <a:tailEnd type="none" w="med" len="med"/>
          </a:ln>
        </p:spPr>
        <p:txBody>
          <a:bodyPr/>
          <a:p>
            <a:endParaRPr lang="en-US"/>
          </a:p>
        </p:txBody>
      </p:sp>
      <p:sp>
        <p:nvSpPr>
          <p:cNvPr id="15366" name="object 6"/>
          <p:cNvSpPr/>
          <p:nvPr/>
        </p:nvSpPr>
        <p:spPr>
          <a:xfrm>
            <a:off x="1414463" y="4143375"/>
            <a:ext cx="0" cy="609600"/>
          </a:xfrm>
          <a:custGeom>
            <a:avLst/>
            <a:gdLst/>
            <a:ahLst/>
            <a:cxnLst/>
            <a:pathLst>
              <a:path h="609600">
                <a:moveTo>
                  <a:pt x="0" y="609600"/>
                </a:moveTo>
                <a:lnTo>
                  <a:pt x="0" y="0"/>
                </a:lnTo>
              </a:path>
            </a:pathLst>
          </a:custGeom>
          <a:noFill/>
          <a:ln w="19050" cap="flat" cmpd="sng">
            <a:solidFill>
              <a:srgbClr val="93B8DB">
                <a:alpha val="100000"/>
              </a:srgbClr>
            </a:solidFill>
            <a:prstDash val="solid"/>
            <a:headEnd type="none" w="med" len="med"/>
            <a:tailEnd type="none" w="med" len="med"/>
          </a:ln>
        </p:spPr>
        <p:txBody>
          <a:bodyPr/>
          <a:p>
            <a:endParaRPr lang="en-US"/>
          </a:p>
        </p:txBody>
      </p:sp>
      <p:sp>
        <p:nvSpPr>
          <p:cNvPr id="15367" name="object 7"/>
          <p:cNvSpPr/>
          <p:nvPr/>
        </p:nvSpPr>
        <p:spPr>
          <a:xfrm>
            <a:off x="2371725" y="4095750"/>
            <a:ext cx="0" cy="704850"/>
          </a:xfrm>
          <a:custGeom>
            <a:avLst/>
            <a:gdLst/>
            <a:ahLst/>
            <a:cxnLst/>
            <a:pathLst>
              <a:path h="704850">
                <a:moveTo>
                  <a:pt x="0" y="704850"/>
                </a:moveTo>
                <a:lnTo>
                  <a:pt x="0" y="0"/>
                </a:lnTo>
              </a:path>
            </a:pathLst>
          </a:custGeom>
          <a:noFill/>
          <a:ln w="9525" cap="flat" cmpd="sng">
            <a:solidFill>
              <a:srgbClr val="83B3DB">
                <a:alpha val="100000"/>
              </a:srgbClr>
            </a:solidFill>
            <a:prstDash val="solid"/>
            <a:headEnd type="none" w="med" len="med"/>
            <a:tailEnd type="none" w="med" len="med"/>
          </a:ln>
        </p:spPr>
        <p:txBody>
          <a:bodyPr/>
          <a:p>
            <a:endParaRPr lang="en-US"/>
          </a:p>
        </p:txBody>
      </p:sp>
      <p:sp>
        <p:nvSpPr>
          <p:cNvPr id="15368" name="object 8"/>
          <p:cNvSpPr/>
          <p:nvPr/>
        </p:nvSpPr>
        <p:spPr>
          <a:xfrm>
            <a:off x="3371850" y="3962400"/>
            <a:ext cx="0" cy="476250"/>
          </a:xfrm>
          <a:custGeom>
            <a:avLst/>
            <a:gdLst/>
            <a:ahLst/>
            <a:cxnLst/>
            <a:pathLst>
              <a:path h="476250">
                <a:moveTo>
                  <a:pt x="0" y="476250"/>
                </a:moveTo>
                <a:lnTo>
                  <a:pt x="0" y="0"/>
                </a:lnTo>
              </a:path>
            </a:pathLst>
          </a:custGeom>
          <a:noFill/>
          <a:ln w="9525" cap="flat" cmpd="sng">
            <a:solidFill>
              <a:srgbClr val="97A3CF">
                <a:alpha val="100000"/>
              </a:srgbClr>
            </a:solidFill>
            <a:prstDash val="solid"/>
            <a:headEnd type="none" w="med" len="med"/>
            <a:tailEnd type="none" w="med" len="med"/>
          </a:ln>
        </p:spPr>
        <p:txBody>
          <a:bodyPr/>
          <a:p>
            <a:endParaRPr lang="en-US"/>
          </a:p>
        </p:txBody>
      </p:sp>
      <p:sp>
        <p:nvSpPr>
          <p:cNvPr id="15369" name="object 9"/>
          <p:cNvSpPr/>
          <p:nvPr/>
        </p:nvSpPr>
        <p:spPr>
          <a:xfrm>
            <a:off x="2962275" y="4824413"/>
            <a:ext cx="466725" cy="0"/>
          </a:xfrm>
          <a:custGeom>
            <a:avLst/>
            <a:gdLst/>
            <a:ahLst/>
            <a:cxnLst/>
            <a:pathLst>
              <a:path w="466725">
                <a:moveTo>
                  <a:pt x="0" y="0"/>
                </a:moveTo>
                <a:lnTo>
                  <a:pt x="466725" y="0"/>
                </a:lnTo>
              </a:path>
            </a:pathLst>
          </a:custGeom>
          <a:noFill/>
          <a:ln w="9525" cap="flat" cmpd="sng">
            <a:solidFill>
              <a:srgbClr val="93B3D8">
                <a:alpha val="100000"/>
              </a:srgbClr>
            </a:solidFill>
            <a:prstDash val="solid"/>
            <a:headEnd type="none" w="med" len="med"/>
            <a:tailEnd type="none" w="med" len="med"/>
          </a:ln>
        </p:spPr>
        <p:txBody>
          <a:bodyPr/>
          <a:p>
            <a:endParaRPr lang="en-US"/>
          </a:p>
        </p:txBody>
      </p:sp>
      <p:sp>
        <p:nvSpPr>
          <p:cNvPr id="15370" name="object 10"/>
          <p:cNvSpPr/>
          <p:nvPr/>
        </p:nvSpPr>
        <p:spPr>
          <a:xfrm>
            <a:off x="2533650" y="5072063"/>
            <a:ext cx="895350" cy="0"/>
          </a:xfrm>
          <a:custGeom>
            <a:avLst/>
            <a:gdLst/>
            <a:ahLst/>
            <a:cxnLst/>
            <a:pathLst>
              <a:path w="895350">
                <a:moveTo>
                  <a:pt x="0" y="0"/>
                </a:moveTo>
                <a:lnTo>
                  <a:pt x="895350" y="0"/>
                </a:lnTo>
              </a:path>
            </a:pathLst>
          </a:custGeom>
          <a:noFill/>
          <a:ln w="9525" cap="flat" cmpd="sng">
            <a:solidFill>
              <a:srgbClr val="5B93CC">
                <a:alpha val="100000"/>
              </a:srgbClr>
            </a:solidFill>
            <a:prstDash val="solid"/>
            <a:headEnd type="none" w="med" len="med"/>
            <a:tailEnd type="none" w="med" len="med"/>
          </a:ln>
        </p:spPr>
        <p:txBody>
          <a:bodyPr/>
          <a:p>
            <a:endParaRPr lang="en-US"/>
          </a:p>
        </p:txBody>
      </p:sp>
      <p:sp>
        <p:nvSpPr>
          <p:cNvPr id="11" name="object 11"/>
          <p:cNvSpPr txBox="1"/>
          <p:nvPr/>
        </p:nvSpPr>
        <p:spPr>
          <a:xfrm>
            <a:off x="1673225" y="4046538"/>
            <a:ext cx="503238" cy="9398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7200" u="sng" kern="1200" cap="none" spc="-245" normalizeH="0" baseline="0" noProof="0" dirty="0">
                <a:solidFill>
                  <a:srgbClr val="90B1D8"/>
                </a:solidFill>
                <a:latin typeface="Arial" panose="020B0604020202020204"/>
                <a:ea typeface="+mn-ea"/>
                <a:cs typeface="Arial" panose="020B0604020202020204"/>
              </a:rPr>
              <a:t>0</a:t>
            </a:r>
            <a:endParaRPr kumimoji="0" sz="7200" kern="1200" cap="none" spc="0" normalizeH="0" baseline="0" noProof="0">
              <a:latin typeface="Arial" panose="020B0604020202020204"/>
              <a:ea typeface="+mn-ea"/>
              <a:cs typeface="Arial" panose="020B0604020202020204"/>
            </a:endParaRPr>
          </a:p>
        </p:txBody>
      </p:sp>
      <p:sp>
        <p:nvSpPr>
          <p:cNvPr id="12" name="object 12"/>
          <p:cNvSpPr txBox="1"/>
          <p:nvPr/>
        </p:nvSpPr>
        <p:spPr>
          <a:xfrm>
            <a:off x="4044950" y="3548380"/>
            <a:ext cx="4776470" cy="361315"/>
          </a:xfrm>
          <a:prstGeom prst="rect">
            <a:avLst/>
          </a:prstGeom>
        </p:spPr>
        <p:txBody>
          <a:bodyPr vert="horz" wrap="square" lIns="0" tIns="0" rIns="0" bIns="0" rtlCol="0">
            <a:spAutoFit/>
          </a:bodyPr>
          <a:lstStyle/>
          <a:p>
            <a:pPr marL="12700" marR="0" algn="dist" defTabSz="914400" eaLnBrk="1" fontAlgn="auto" hangingPunct="1">
              <a:spcBef>
                <a:spcPts val="0"/>
              </a:spcBef>
              <a:spcAft>
                <a:spcPts val="0"/>
              </a:spcAft>
              <a:buClrTx/>
              <a:buSzTx/>
              <a:buFontTx/>
              <a:buNone/>
              <a:defRPr/>
            </a:pPr>
            <a:r>
              <a:rPr kumimoji="0" sz="2350" kern="1200" cap="none" spc="-605" normalizeH="0" baseline="0" noProof="0" dirty="0">
                <a:solidFill>
                  <a:srgbClr val="3A72B8"/>
                </a:solidFill>
                <a:latin typeface="Arial Black" panose="020B0A04020102020204" charset="0"/>
                <a:ea typeface="+mn-ea"/>
                <a:cs typeface="Arial Black" panose="020B0A04020102020204" charset="0"/>
              </a:rPr>
              <a:t>PROBLEM</a:t>
            </a:r>
            <a:r>
              <a:rPr kumimoji="0" sz="2350" kern="1200" cap="none" spc="150" normalizeH="0" baseline="0" noProof="0" dirty="0">
                <a:solidFill>
                  <a:srgbClr val="3A72B8"/>
                </a:solidFill>
                <a:latin typeface="Arial Black" panose="020B0A04020102020204" charset="0"/>
                <a:ea typeface="+mn-ea"/>
                <a:cs typeface="Arial Black" panose="020B0A04020102020204" charset="0"/>
              </a:rPr>
              <a:t> </a:t>
            </a:r>
            <a:r>
              <a:rPr kumimoji="0" sz="2350" kern="1200" cap="none" spc="-415" normalizeH="0" baseline="0" noProof="0" dirty="0">
                <a:solidFill>
                  <a:srgbClr val="3A72B8"/>
                </a:solidFill>
                <a:latin typeface="Arial Black" panose="020B0A04020102020204" charset="0"/>
                <a:ea typeface="+mn-ea"/>
                <a:cs typeface="Arial Black" panose="020B0A04020102020204" charset="0"/>
              </a:rPr>
              <a:t>S</a:t>
            </a:r>
            <a:r>
              <a:rPr kumimoji="0" sz="2350" kern="1200" cap="none" spc="-630" normalizeH="0" baseline="0" noProof="0" dirty="0">
                <a:solidFill>
                  <a:srgbClr val="3A72B8"/>
                </a:solidFill>
                <a:latin typeface="Arial Black" panose="020B0A04020102020204" charset="0"/>
                <a:ea typeface="+mn-ea"/>
                <a:cs typeface="Arial Black" panose="020B0A04020102020204" charset="0"/>
              </a:rPr>
              <a:t>T</a:t>
            </a:r>
            <a:r>
              <a:rPr kumimoji="0" sz="2350" kern="1200" cap="none" spc="-645" normalizeH="0" baseline="0" noProof="0" dirty="0">
                <a:solidFill>
                  <a:srgbClr val="3A72B8"/>
                </a:solidFill>
                <a:latin typeface="Arial Black" panose="020B0A04020102020204" charset="0"/>
                <a:ea typeface="+mn-ea"/>
                <a:cs typeface="Arial Black" panose="020B0A04020102020204" charset="0"/>
              </a:rPr>
              <a:t>ATEMENT</a:t>
            </a:r>
            <a:endParaRPr kumimoji="0" sz="2350" kern="1200" cap="none" spc="0" normalizeH="0" baseline="0" noProof="0">
              <a:latin typeface="Arial Black" panose="020B0A04020102020204" charset="0"/>
              <a:ea typeface="+mn-ea"/>
              <a:cs typeface="Arial Black" panose="020B0A040201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410" name="object 2"/>
          <p:cNvSpPr/>
          <p:nvPr/>
        </p:nvSpPr>
        <p:spPr>
          <a:xfrm>
            <a:off x="914400" y="2266950"/>
            <a:ext cx="3448050" cy="342900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17411" name="object 3"/>
          <p:cNvSpPr/>
          <p:nvPr/>
        </p:nvSpPr>
        <p:spPr>
          <a:xfrm>
            <a:off x="2533650" y="5953125"/>
            <a:ext cx="438150" cy="0"/>
          </a:xfrm>
          <a:custGeom>
            <a:avLst/>
            <a:gdLst/>
            <a:ahLst/>
            <a:cxnLst/>
            <a:pathLst>
              <a:path w="438150">
                <a:moveTo>
                  <a:pt x="0" y="0"/>
                </a:moveTo>
                <a:lnTo>
                  <a:pt x="438150" y="0"/>
                </a:lnTo>
              </a:path>
            </a:pathLst>
          </a:custGeom>
          <a:noFill/>
          <a:ln w="9525" cap="flat" cmpd="sng">
            <a:solidFill>
              <a:srgbClr val="A8CCE8">
                <a:alpha val="100000"/>
              </a:srgbClr>
            </a:solidFill>
            <a:prstDash val="solid"/>
            <a:headEnd type="none" w="med" len="med"/>
            <a:tailEnd type="none" w="med" len="med"/>
          </a:ln>
        </p:spPr>
        <p:txBody>
          <a:bodyPr/>
          <a:p>
            <a:endParaRPr lang="en-US"/>
          </a:p>
        </p:txBody>
      </p:sp>
      <p:sp>
        <p:nvSpPr>
          <p:cNvPr id="4" name="object 4"/>
          <p:cNvSpPr txBox="1"/>
          <p:nvPr/>
        </p:nvSpPr>
        <p:spPr>
          <a:xfrm>
            <a:off x="320675" y="1203325"/>
            <a:ext cx="104775" cy="2286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1600" kern="1200" cap="none" spc="60" normalizeH="0" baseline="0" noProof="0" dirty="0">
                <a:solidFill>
                  <a:srgbClr val="625966"/>
                </a:solidFill>
                <a:latin typeface="Arial" panose="020B0604020202020204"/>
                <a:ea typeface="+mn-ea"/>
                <a:cs typeface="Arial" panose="020B0604020202020204"/>
              </a:rPr>
              <a:t>•</a:t>
            </a:r>
            <a:endParaRPr kumimoji="0" sz="1600" kern="1200" cap="none" spc="0" normalizeH="0" baseline="0" noProof="0">
              <a:latin typeface="Arial" panose="020B0604020202020204"/>
              <a:ea typeface="+mn-ea"/>
              <a:cs typeface="Arial" panose="020B0604020202020204"/>
            </a:endParaRPr>
          </a:p>
        </p:txBody>
      </p:sp>
      <p:sp>
        <p:nvSpPr>
          <p:cNvPr id="5" name="object 5"/>
          <p:cNvSpPr txBox="1">
            <a:spLocks noGrp="1"/>
          </p:cNvSpPr>
          <p:nvPr>
            <p:ph type="title"/>
          </p:nvPr>
        </p:nvSpPr>
        <p:spPr>
          <a:xfrm>
            <a:off x="349250" y="533400"/>
            <a:ext cx="9359900" cy="412750"/>
          </a:xfrm>
        </p:spPr>
        <p:txBody>
          <a:bodyPr vert="horz" wrap="square" lIns="0" tIns="0" rIns="0" bIns="0" rtlCol="0">
            <a:spAutoFit/>
          </a:bodyPr>
          <a:lstStyle/>
          <a:p>
            <a:pPr marL="231775" marR="0" lvl="0" indent="0" defTabSz="914400" eaLnBrk="1" fontAlgn="auto" latinLnBrk="0" hangingPunct="1">
              <a:lnSpc>
                <a:spcPct val="100000"/>
              </a:lnSpc>
              <a:spcBef>
                <a:spcPts val="0"/>
              </a:spcBef>
              <a:spcAft>
                <a:spcPts val="0"/>
              </a:spcAft>
              <a:buClrTx/>
              <a:buSzTx/>
              <a:buFontTx/>
              <a:buNone/>
              <a:defRPr/>
            </a:pPr>
            <a:r>
              <a:rPr kumimoji="0" sz="2600" b="1" i="0" u="none" strike="noStrike" kern="0" cap="none" spc="55" normalizeH="0" baseline="0" noProof="0" dirty="0">
                <a:ln>
                  <a:noFill/>
                </a:ln>
                <a:solidFill>
                  <a:srgbClr val="3A74B8"/>
                </a:solidFill>
                <a:effectLst/>
                <a:uLnTx/>
                <a:uFillTx/>
                <a:latin typeface="Arial" panose="020B0604020202020204"/>
                <a:ea typeface="+mj-ea"/>
                <a:cs typeface="Arial" panose="020B0604020202020204"/>
              </a:rPr>
              <a:t>Pro</a:t>
            </a:r>
            <a:r>
              <a:rPr kumimoji="0" sz="2600" b="1" i="0" u="none" strike="noStrike" kern="0" cap="none" spc="70" normalizeH="0" baseline="0" noProof="0" dirty="0">
                <a:ln>
                  <a:noFill/>
                </a:ln>
                <a:solidFill>
                  <a:srgbClr val="3A74B8"/>
                </a:solidFill>
                <a:effectLst/>
                <a:uLnTx/>
                <a:uFillTx/>
                <a:latin typeface="Arial" panose="020B0604020202020204"/>
                <a:ea typeface="+mj-ea"/>
                <a:cs typeface="Arial" panose="020B0604020202020204"/>
              </a:rPr>
              <a:t>b</a:t>
            </a:r>
            <a:r>
              <a:rPr kumimoji="0" sz="2600" b="1" i="0" u="none" strike="noStrike" kern="0" cap="none" spc="-55" normalizeH="0" baseline="0" noProof="0" dirty="0">
                <a:ln>
                  <a:noFill/>
                </a:ln>
                <a:solidFill>
                  <a:srgbClr val="3A74B8"/>
                </a:solidFill>
                <a:effectLst/>
                <a:uLnTx/>
                <a:uFillTx/>
                <a:latin typeface="Arial" panose="020B0604020202020204"/>
                <a:ea typeface="+mj-ea"/>
                <a:cs typeface="Arial" panose="020B0604020202020204"/>
              </a:rPr>
              <a:t>l</a:t>
            </a:r>
            <a:r>
              <a:rPr kumimoji="0" sz="2600" b="1" i="0" u="none" strike="noStrike" kern="0" cap="none" spc="335" normalizeH="0" baseline="0" noProof="0" dirty="0">
                <a:ln>
                  <a:noFill/>
                </a:ln>
                <a:solidFill>
                  <a:srgbClr val="3A74B8"/>
                </a:solidFill>
                <a:effectLst/>
                <a:uLnTx/>
                <a:uFillTx/>
                <a:latin typeface="Arial" panose="020B0604020202020204"/>
                <a:ea typeface="+mj-ea"/>
                <a:cs typeface="Arial" panose="020B0604020202020204"/>
              </a:rPr>
              <a:t>em</a:t>
            </a:r>
            <a:r>
              <a:rPr kumimoji="0" sz="2600" b="1" i="0" u="none" strike="noStrike" kern="0" cap="none" spc="90" normalizeH="0" baseline="0" noProof="0" dirty="0">
                <a:ln>
                  <a:noFill/>
                </a:ln>
                <a:solidFill>
                  <a:srgbClr val="3A74B8"/>
                </a:solidFill>
                <a:effectLst/>
                <a:uLnTx/>
                <a:uFillTx/>
                <a:latin typeface="Arial" panose="020B0604020202020204"/>
                <a:ea typeface="+mj-ea"/>
                <a:cs typeface="Arial" panose="020B0604020202020204"/>
              </a:rPr>
              <a:t> </a:t>
            </a:r>
            <a:r>
              <a:rPr kumimoji="0" sz="2600" b="1" i="0" u="none" strike="noStrike" kern="0" cap="none" spc="165" normalizeH="0" baseline="0" noProof="0" dirty="0">
                <a:ln>
                  <a:noFill/>
                </a:ln>
                <a:solidFill>
                  <a:srgbClr val="3A74B8"/>
                </a:solidFill>
                <a:effectLst/>
                <a:uLnTx/>
                <a:uFillTx/>
                <a:latin typeface="Arial" panose="020B0604020202020204"/>
                <a:ea typeface="+mj-ea"/>
                <a:cs typeface="Arial" panose="020B0604020202020204"/>
              </a:rPr>
              <a:t>State</a:t>
            </a:r>
            <a:r>
              <a:rPr kumimoji="0" sz="2600" b="1" i="0" u="none" strike="noStrike" kern="0" cap="none" spc="395" normalizeH="0" baseline="0" noProof="0" dirty="0">
                <a:ln>
                  <a:noFill/>
                </a:ln>
                <a:solidFill>
                  <a:srgbClr val="3A74B8"/>
                </a:solidFill>
                <a:effectLst/>
                <a:uLnTx/>
                <a:uFillTx/>
                <a:latin typeface="Arial" panose="020B0604020202020204"/>
                <a:ea typeface="+mj-ea"/>
                <a:cs typeface="Arial" panose="020B0604020202020204"/>
              </a:rPr>
              <a:t>m</a:t>
            </a:r>
            <a:r>
              <a:rPr kumimoji="0" sz="2600" b="1" i="0" u="none" strike="noStrike" kern="0" cap="none" spc="120" normalizeH="0" baseline="0" noProof="0" dirty="0">
                <a:ln>
                  <a:noFill/>
                </a:ln>
                <a:solidFill>
                  <a:srgbClr val="3A74B8"/>
                </a:solidFill>
                <a:effectLst/>
                <a:uLnTx/>
                <a:uFillTx/>
                <a:latin typeface="Arial" panose="020B0604020202020204"/>
                <a:ea typeface="+mj-ea"/>
                <a:cs typeface="Arial" panose="020B0604020202020204"/>
              </a:rPr>
              <a:t>ents</a:t>
            </a:r>
            <a:endParaRPr kumimoji="0" sz="2600" b="1" i="0" u="none" strike="noStrike" kern="0" cap="none" spc="120" normalizeH="0" baseline="0" noProof="0" dirty="0">
              <a:ln>
                <a:noFill/>
              </a:ln>
              <a:solidFill>
                <a:srgbClr val="3A74B8"/>
              </a:solidFill>
              <a:effectLst/>
              <a:uLnTx/>
              <a:uFillTx/>
              <a:latin typeface="Arial" panose="020B0604020202020204"/>
              <a:ea typeface="+mj-ea"/>
              <a:cs typeface="Arial" panose="020B0604020202020204"/>
            </a:endParaRPr>
          </a:p>
        </p:txBody>
      </p:sp>
      <p:sp>
        <p:nvSpPr>
          <p:cNvPr id="6" name="object 6"/>
          <p:cNvSpPr txBox="1">
            <a:spLocks noGrp="1"/>
          </p:cNvSpPr>
          <p:nvPr>
            <p:ph type="body" idx="1"/>
          </p:nvPr>
        </p:nvSpPr>
        <p:spPr>
          <a:xfrm>
            <a:off x="1905000" y="1295083"/>
            <a:ext cx="7766050" cy="5614035"/>
          </a:xfrm>
        </p:spPr>
        <p:txBody>
          <a:bodyPr vert="horz" wrap="square" lIns="0" tIns="0" rIns="0" bIns="0" rtlCol="0">
            <a:spAutoFit/>
          </a:bodyPr>
          <a:p>
            <a:pPr marL="3540125" indent="0" eaLnBrk="1" hangingPunct="1">
              <a:spcBef>
                <a:spcPct val="0"/>
              </a:spcBef>
              <a:buNone/>
            </a:pPr>
            <a:r>
              <a:rPr lang="zh-CN" altLang="x-none" sz="1600">
                <a:solidFill>
                  <a:srgbClr val="3A74B8"/>
                </a:solidFill>
                <a:latin typeface="Arial" panose="020B0604020202020204" pitchFamily="34" charset="0"/>
                <a:ea typeface="+mn-ea"/>
                <a:cs typeface="Arial" panose="020B0604020202020204" pitchFamily="34" charset="0"/>
              </a:rPr>
              <a:t>Challenges of unsegmented user Data</a:t>
            </a:r>
            <a:endParaRPr lang="zh-CN" altLang="x-none" sz="1600">
              <a:solidFill>
                <a:srgbClr val="3A74B8"/>
              </a:solidFill>
              <a:latin typeface="Arial" panose="020B0604020202020204" pitchFamily="34" charset="0"/>
              <a:ea typeface="+mn-ea"/>
              <a:cs typeface="Arial" panose="020B0604020202020204" pitchFamily="34" charset="0"/>
            </a:endParaRPr>
          </a:p>
          <a:p>
            <a:pPr marL="3540125" indent="0" eaLnBrk="1" hangingPunct="1">
              <a:lnSpc>
                <a:spcPct val="123000"/>
              </a:lnSpc>
              <a:spcBef>
                <a:spcPts val="1100"/>
              </a:spcBef>
              <a:buNone/>
            </a:pPr>
            <a:r>
              <a:rPr lang="zh-CN" altLang="x-none" sz="1600" b="0">
                <a:solidFill>
                  <a:srgbClr val="544954"/>
                </a:solidFill>
                <a:latin typeface="Times New Roman" panose="02020603050405020304" pitchFamily="18" charset="0"/>
                <a:ea typeface="+mn-ea"/>
                <a:cs typeface="Times New Roman" panose="02020603050405020304" pitchFamily="18" charset="0"/>
              </a:rPr>
              <a:t>OTT </a:t>
            </a:r>
            <a:r>
              <a:rPr lang="zh-CN" altLang="x-none" sz="1600" b="0">
                <a:solidFill>
                  <a:srgbClr val="625966"/>
                </a:solidFill>
                <a:latin typeface="Times New Roman" panose="02020603050405020304" pitchFamily="18" charset="0"/>
                <a:ea typeface="+mn-ea"/>
                <a:cs typeface="Times New Roman" panose="02020603050405020304" pitchFamily="18" charset="0"/>
              </a:rPr>
              <a:t>p</a:t>
            </a:r>
            <a:r>
              <a:rPr lang="zh-CN" altLang="x-none" sz="1600" b="0">
                <a:solidFill>
                  <a:srgbClr val="593634"/>
                </a:solidFill>
                <a:latin typeface="Times New Roman" panose="02020603050405020304" pitchFamily="18" charset="0"/>
                <a:ea typeface="+mn-ea"/>
                <a:cs typeface="Times New Roman" panose="02020603050405020304" pitchFamily="18" charset="0"/>
              </a:rPr>
              <a:t>l</a:t>
            </a:r>
            <a:r>
              <a:rPr lang="zh-CN" altLang="x-none" sz="1600" b="0">
                <a:solidFill>
                  <a:srgbClr val="544954"/>
                </a:solidFill>
                <a:latin typeface="Times New Roman" panose="02020603050405020304" pitchFamily="18" charset="0"/>
                <a:ea typeface="+mn-ea"/>
                <a:cs typeface="Times New Roman" panose="02020603050405020304" pitchFamily="18" charset="0"/>
              </a:rPr>
              <a:t>atforms </a:t>
            </a:r>
            <a:r>
              <a:rPr lang="zh-CN" altLang="x-none" sz="1600" b="0">
                <a:solidFill>
                  <a:srgbClr val="625966"/>
                </a:solidFill>
                <a:latin typeface="Times New Roman" panose="02020603050405020304" pitchFamily="18" charset="0"/>
                <a:ea typeface="+mn-ea"/>
                <a:cs typeface="Times New Roman" panose="02020603050405020304" pitchFamily="18" charset="0"/>
              </a:rPr>
              <a:t>collect </a:t>
            </a:r>
            <a:r>
              <a:rPr lang="zh-CN" altLang="x-none" sz="1600" b="0">
                <a:solidFill>
                  <a:srgbClr val="544954"/>
                </a:solidFill>
                <a:latin typeface="Times New Roman" panose="02020603050405020304" pitchFamily="18" charset="0"/>
                <a:ea typeface="+mn-ea"/>
                <a:cs typeface="Times New Roman" panose="02020603050405020304" pitchFamily="18" charset="0"/>
              </a:rPr>
              <a:t>extensiveuser </a:t>
            </a:r>
            <a:r>
              <a:rPr lang="zh-CN" altLang="x-none" sz="1600" b="0">
                <a:solidFill>
                  <a:srgbClr val="625966"/>
                </a:solidFill>
                <a:latin typeface="Times New Roman" panose="02020603050405020304" pitchFamily="18" charset="0"/>
                <a:ea typeface="+mn-ea"/>
                <a:cs typeface="Times New Roman" panose="02020603050405020304" pitchFamily="18" charset="0"/>
              </a:rPr>
              <a:t>data, </a:t>
            </a:r>
            <a:r>
              <a:rPr lang="zh-CN" altLang="x-none" sz="1600" b="0">
                <a:solidFill>
                  <a:srgbClr val="544954"/>
                </a:solidFill>
                <a:latin typeface="Times New Roman" panose="02020603050405020304" pitchFamily="18" charset="0"/>
                <a:ea typeface="+mn-ea"/>
                <a:cs typeface="Times New Roman" panose="02020603050405020304" pitchFamily="18" charset="0"/>
              </a:rPr>
              <a:t>but </a:t>
            </a:r>
            <a:r>
              <a:rPr lang="zh-CN" altLang="x-none" sz="1600" b="0">
                <a:solidFill>
                  <a:srgbClr val="625966"/>
                </a:solidFill>
                <a:latin typeface="Times New Roman" panose="02020603050405020304" pitchFamily="18" charset="0"/>
                <a:ea typeface="+mn-ea"/>
                <a:cs typeface="Times New Roman" panose="02020603050405020304" pitchFamily="18" charset="0"/>
              </a:rPr>
              <a:t>w</a:t>
            </a:r>
            <a:r>
              <a:rPr lang="zh-CN" altLang="x-none" sz="1600" b="0">
                <a:solidFill>
                  <a:srgbClr val="423B52"/>
                </a:solidFill>
                <a:latin typeface="Times New Roman" panose="02020603050405020304" pitchFamily="18" charset="0"/>
                <a:ea typeface="+mn-ea"/>
                <a:cs typeface="Times New Roman" panose="02020603050405020304" pitchFamily="18" charset="0"/>
              </a:rPr>
              <a:t>it</a:t>
            </a:r>
            <a:r>
              <a:rPr lang="zh-CN" altLang="x-none" sz="1600" b="0">
                <a:solidFill>
                  <a:srgbClr val="625966"/>
                </a:solidFill>
                <a:latin typeface="Times New Roman" panose="02020603050405020304" pitchFamily="18" charset="0"/>
                <a:ea typeface="+mn-ea"/>
                <a:cs typeface="Times New Roman" panose="02020603050405020304" pitchFamily="18" charset="0"/>
              </a:rPr>
              <a:t>hout proper segmentat</a:t>
            </a:r>
            <a:r>
              <a:rPr lang="zh-CN" altLang="x-none" sz="1600" b="0">
                <a:solidFill>
                  <a:srgbClr val="423B52"/>
                </a:solidFill>
                <a:latin typeface="Times New Roman" panose="02020603050405020304" pitchFamily="18" charset="0"/>
                <a:ea typeface="+mn-ea"/>
                <a:cs typeface="Times New Roman" panose="02020603050405020304" pitchFamily="18" charset="0"/>
              </a:rPr>
              <a:t>i</a:t>
            </a:r>
            <a:r>
              <a:rPr lang="zh-CN" altLang="x-none" sz="1600" b="0">
                <a:solidFill>
                  <a:srgbClr val="625966"/>
                </a:solidFill>
                <a:latin typeface="Times New Roman" panose="02020603050405020304" pitchFamily="18" charset="0"/>
                <a:ea typeface="+mn-ea"/>
                <a:cs typeface="Times New Roman" panose="02020603050405020304" pitchFamily="18" charset="0"/>
              </a:rPr>
              <a:t>on, it </a:t>
            </a:r>
            <a:r>
              <a:rPr lang="zh-CN" altLang="x-none" sz="1600" b="0">
                <a:solidFill>
                  <a:srgbClr val="544954"/>
                </a:solidFill>
                <a:latin typeface="Times New Roman" panose="02020603050405020304" pitchFamily="18" charset="0"/>
                <a:ea typeface="+mn-ea"/>
                <a:cs typeface="Times New Roman" panose="02020603050405020304" pitchFamily="18" charset="0"/>
              </a:rPr>
              <a:t>remains underutilized, </a:t>
            </a:r>
            <a:r>
              <a:rPr lang="zh-CN" altLang="x-none" sz="1600" b="0">
                <a:solidFill>
                  <a:srgbClr val="625966"/>
                </a:solidFill>
                <a:latin typeface="Times New Roman" panose="02020603050405020304" pitchFamily="18" charset="0"/>
                <a:ea typeface="+mn-ea"/>
                <a:cs typeface="Times New Roman" panose="02020603050405020304" pitchFamily="18" charset="0"/>
              </a:rPr>
              <a:t>lead</a:t>
            </a:r>
            <a:r>
              <a:rPr lang="zh-CN" altLang="x-none" sz="1600" b="0">
                <a:solidFill>
                  <a:srgbClr val="423B52"/>
                </a:solidFill>
                <a:latin typeface="Times New Roman" panose="02020603050405020304" pitchFamily="18" charset="0"/>
                <a:ea typeface="+mn-ea"/>
                <a:cs typeface="Times New Roman" panose="02020603050405020304" pitchFamily="18" charset="0"/>
              </a:rPr>
              <a:t>i</a:t>
            </a:r>
            <a:r>
              <a:rPr lang="zh-CN" altLang="x-none" sz="1600" b="0">
                <a:solidFill>
                  <a:srgbClr val="625966"/>
                </a:solidFill>
                <a:latin typeface="Times New Roman" panose="02020603050405020304" pitchFamily="18" charset="0"/>
                <a:ea typeface="+mn-ea"/>
                <a:cs typeface="Times New Roman" panose="02020603050405020304" pitchFamily="18" charset="0"/>
              </a:rPr>
              <a:t>ng to </a:t>
            </a:r>
            <a:r>
              <a:rPr lang="zh-CN" altLang="x-none" sz="1600" b="0">
                <a:solidFill>
                  <a:srgbClr val="423B52"/>
                </a:solidFill>
                <a:latin typeface="Times New Roman" panose="02020603050405020304" pitchFamily="18" charset="0"/>
                <a:ea typeface="+mn-ea"/>
                <a:cs typeface="Times New Roman" panose="02020603050405020304" pitchFamily="18" charset="0"/>
              </a:rPr>
              <a:t>in</a:t>
            </a:r>
            <a:r>
              <a:rPr lang="zh-CN" altLang="x-none" sz="1600" b="0">
                <a:solidFill>
                  <a:srgbClr val="625966"/>
                </a:solidFill>
                <a:latin typeface="Times New Roman" panose="02020603050405020304" pitchFamily="18" charset="0"/>
                <a:ea typeface="+mn-ea"/>
                <a:cs typeface="Times New Roman" panose="02020603050405020304" pitchFamily="18" charset="0"/>
              </a:rPr>
              <a:t>effective content recommendations, </a:t>
            </a:r>
            <a:r>
              <a:rPr lang="zh-CN" altLang="x-none" sz="1600" b="0">
                <a:solidFill>
                  <a:srgbClr val="423B52"/>
                </a:solidFill>
                <a:latin typeface="Times New Roman" panose="02020603050405020304" pitchFamily="18" charset="0"/>
                <a:ea typeface="+mn-ea"/>
                <a:cs typeface="Times New Roman" panose="02020603050405020304" pitchFamily="18" charset="0"/>
              </a:rPr>
              <a:t>r</a:t>
            </a:r>
            <a:r>
              <a:rPr lang="zh-CN" altLang="x-none" sz="1600" b="0">
                <a:solidFill>
                  <a:srgbClr val="625966"/>
                </a:solidFill>
                <a:latin typeface="Times New Roman" panose="02020603050405020304" pitchFamily="18" charset="0"/>
                <a:ea typeface="+mn-ea"/>
                <a:cs typeface="Times New Roman" panose="02020603050405020304" pitchFamily="18" charset="0"/>
              </a:rPr>
              <a:t>e</a:t>
            </a:r>
            <a:r>
              <a:rPr lang="zh-CN" altLang="x-none" sz="1600" b="0">
                <a:solidFill>
                  <a:srgbClr val="423B52"/>
                </a:solidFill>
                <a:latin typeface="Times New Roman" panose="02020603050405020304" pitchFamily="18" charset="0"/>
                <a:ea typeface="+mn-ea"/>
                <a:cs typeface="Times New Roman" panose="02020603050405020304" pitchFamily="18" charset="0"/>
              </a:rPr>
              <a:t>du</a:t>
            </a:r>
            <a:r>
              <a:rPr lang="zh-CN" altLang="x-none" sz="1600" b="0">
                <a:solidFill>
                  <a:srgbClr val="625966"/>
                </a:solidFill>
                <a:latin typeface="Times New Roman" panose="02020603050405020304" pitchFamily="18" charset="0"/>
                <a:ea typeface="+mn-ea"/>
                <a:cs typeface="Times New Roman" panose="02020603050405020304" pitchFamily="18" charset="0"/>
              </a:rPr>
              <a:t>ced </a:t>
            </a:r>
            <a:r>
              <a:rPr lang="zh-CN" altLang="x-none" sz="1600" b="0">
                <a:solidFill>
                  <a:srgbClr val="544954"/>
                </a:solidFill>
                <a:latin typeface="Times New Roman" panose="02020603050405020304" pitchFamily="18" charset="0"/>
                <a:ea typeface="+mn-ea"/>
                <a:cs typeface="Times New Roman" panose="02020603050405020304" pitchFamily="18" charset="0"/>
              </a:rPr>
              <a:t>engagement</a:t>
            </a:r>
            <a:r>
              <a:rPr lang="zh-CN" altLang="x-none" sz="1600" b="0">
                <a:solidFill>
                  <a:srgbClr val="756E75"/>
                </a:solidFill>
                <a:latin typeface="Times New Roman" panose="02020603050405020304" pitchFamily="18" charset="0"/>
                <a:ea typeface="+mn-ea"/>
                <a:cs typeface="Times New Roman" panose="02020603050405020304" pitchFamily="18" charset="0"/>
              </a:rPr>
              <a:t>,</a:t>
            </a:r>
            <a:r>
              <a:rPr lang="zh-CN" altLang="x-none" sz="1600" b="0">
                <a:solidFill>
                  <a:srgbClr val="625966"/>
                </a:solidFill>
                <a:latin typeface="Times New Roman" panose="02020603050405020304" pitchFamily="18" charset="0"/>
                <a:ea typeface="+mn-ea"/>
                <a:cs typeface="Times New Roman" panose="02020603050405020304" pitchFamily="18" charset="0"/>
              </a:rPr>
              <a:t>and </a:t>
            </a:r>
            <a:r>
              <a:rPr lang="zh-CN" altLang="x-none" sz="1600" b="0">
                <a:solidFill>
                  <a:srgbClr val="423B52"/>
                </a:solidFill>
                <a:latin typeface="Times New Roman" panose="02020603050405020304" pitchFamily="18" charset="0"/>
                <a:ea typeface="+mn-ea"/>
                <a:cs typeface="Times New Roman" panose="02020603050405020304" pitchFamily="18" charset="0"/>
              </a:rPr>
              <a:t>l</a:t>
            </a:r>
            <a:r>
              <a:rPr lang="zh-CN" altLang="x-none" sz="1600" b="0">
                <a:solidFill>
                  <a:srgbClr val="625966"/>
                </a:solidFill>
                <a:latin typeface="Times New Roman" panose="02020603050405020304" pitchFamily="18" charset="0"/>
                <a:ea typeface="+mn-ea"/>
                <a:cs typeface="Times New Roman" panose="02020603050405020304" pitchFamily="18" charset="0"/>
              </a:rPr>
              <a:t>ower customer satisfact</a:t>
            </a:r>
            <a:r>
              <a:rPr lang="en-US" altLang="zh-CN" sz="1600" b="0">
                <a:solidFill>
                  <a:srgbClr val="625966"/>
                </a:solidFill>
                <a:latin typeface="Times New Roman" panose="02020603050405020304" pitchFamily="18" charset="0"/>
                <a:ea typeface="+mn-ea"/>
                <a:cs typeface="Times New Roman" panose="02020603050405020304" pitchFamily="18" charset="0"/>
              </a:rPr>
              <a:t>at</a:t>
            </a:r>
            <a:r>
              <a:rPr lang="zh-CN" altLang="x-none" sz="1600" b="0">
                <a:solidFill>
                  <a:srgbClr val="423B52"/>
                </a:solidFill>
                <a:latin typeface="Times New Roman" panose="02020603050405020304" pitchFamily="18" charset="0"/>
                <a:ea typeface="+mn-ea"/>
                <a:cs typeface="Times New Roman" panose="02020603050405020304" pitchFamily="18" charset="0"/>
              </a:rPr>
              <a:t>i</a:t>
            </a:r>
            <a:r>
              <a:rPr lang="zh-CN" altLang="x-none" sz="1600" b="0">
                <a:solidFill>
                  <a:srgbClr val="625966"/>
                </a:solidFill>
                <a:latin typeface="Times New Roman" panose="02020603050405020304" pitchFamily="18" charset="0"/>
                <a:ea typeface="+mn-ea"/>
                <a:cs typeface="Times New Roman" panose="02020603050405020304" pitchFamily="18" charset="0"/>
              </a:rPr>
              <a:t>on. A</a:t>
            </a:r>
            <a:r>
              <a:rPr lang="zh-CN" altLang="x-none" sz="1600" b="0">
                <a:solidFill>
                  <a:srgbClr val="423B52"/>
                </a:solidFill>
                <a:latin typeface="Times New Roman" panose="02020603050405020304" pitchFamily="18" charset="0"/>
                <a:ea typeface="+mn-ea"/>
                <a:cs typeface="Times New Roman" panose="02020603050405020304" pitchFamily="18" charset="0"/>
              </a:rPr>
              <a:t>d</a:t>
            </a:r>
            <a:r>
              <a:rPr lang="zh-CN" altLang="x-none" sz="1600" b="0">
                <a:solidFill>
                  <a:srgbClr val="625966"/>
                </a:solidFill>
                <a:latin typeface="Times New Roman" panose="02020603050405020304" pitchFamily="18" charset="0"/>
                <a:ea typeface="+mn-ea"/>
                <a:cs typeface="Times New Roman" panose="02020603050405020304" pitchFamily="18" charset="0"/>
              </a:rPr>
              <a:t>ditionally, </a:t>
            </a:r>
            <a:r>
              <a:rPr lang="zh-CN" altLang="x-none" sz="1600" b="0">
                <a:solidFill>
                  <a:srgbClr val="423B52"/>
                </a:solidFill>
                <a:latin typeface="Times New Roman" panose="02020603050405020304" pitchFamily="18" charset="0"/>
                <a:ea typeface="+mn-ea"/>
                <a:cs typeface="Times New Roman" panose="02020603050405020304" pitchFamily="18" charset="0"/>
              </a:rPr>
              <a:t>i</a:t>
            </a:r>
            <a:r>
              <a:rPr lang="zh-CN" altLang="x-none" sz="1600" b="0">
                <a:solidFill>
                  <a:srgbClr val="625966"/>
                </a:solidFill>
                <a:latin typeface="Times New Roman" panose="02020603050405020304" pitchFamily="18" charset="0"/>
                <a:ea typeface="+mn-ea"/>
                <a:cs typeface="Times New Roman" panose="02020603050405020304" pitchFamily="18" charset="0"/>
              </a:rPr>
              <a:t>nefficient </a:t>
            </a:r>
            <a:r>
              <a:rPr lang="zh-CN" altLang="x-none" sz="1600" b="0">
                <a:solidFill>
                  <a:srgbClr val="544954"/>
                </a:solidFill>
                <a:latin typeface="Times New Roman" panose="02020603050405020304" pitchFamily="18" charset="0"/>
                <a:ea typeface="+mn-ea"/>
                <a:cs typeface="Times New Roman" panose="02020603050405020304" pitchFamily="18" charset="0"/>
              </a:rPr>
              <a:t>marketing </a:t>
            </a:r>
            <a:r>
              <a:rPr lang="zh-CN" altLang="x-none" sz="1600" b="0">
                <a:solidFill>
                  <a:srgbClr val="625966"/>
                </a:solidFill>
                <a:latin typeface="Times New Roman" panose="02020603050405020304" pitchFamily="18" charset="0"/>
                <a:ea typeface="+mn-ea"/>
                <a:cs typeface="Times New Roman" panose="02020603050405020304" pitchFamily="18" charset="0"/>
              </a:rPr>
              <a:t>strategies result </a:t>
            </a:r>
            <a:r>
              <a:rPr lang="zh-CN" altLang="x-none" sz="1600" b="0">
                <a:solidFill>
                  <a:srgbClr val="544954"/>
                </a:solidFill>
                <a:latin typeface="Times New Roman" panose="02020603050405020304" pitchFamily="18" charset="0"/>
                <a:ea typeface="+mn-ea"/>
                <a:cs typeface="Times New Roman" panose="02020603050405020304" pitchFamily="18" charset="0"/>
              </a:rPr>
              <a:t>in </a:t>
            </a:r>
            <a:r>
              <a:rPr lang="zh-CN" altLang="x-none" sz="1600" b="0">
                <a:solidFill>
                  <a:srgbClr val="625966"/>
                </a:solidFill>
                <a:latin typeface="Times New Roman" panose="02020603050405020304" pitchFamily="18" charset="0"/>
                <a:ea typeface="+mn-ea"/>
                <a:cs typeface="Times New Roman" panose="02020603050405020304" pitchFamily="18" charset="0"/>
              </a:rPr>
              <a:t>poo</a:t>
            </a:r>
            <a:r>
              <a:rPr lang="zh-CN" altLang="x-none" sz="1600" b="0">
                <a:solidFill>
                  <a:srgbClr val="423B52"/>
                </a:solidFill>
                <a:latin typeface="Times New Roman" panose="02020603050405020304" pitchFamily="18" charset="0"/>
                <a:ea typeface="+mn-ea"/>
                <a:cs typeface="Times New Roman" panose="02020603050405020304" pitchFamily="18" charset="0"/>
              </a:rPr>
              <a:t>rl</a:t>
            </a:r>
            <a:r>
              <a:rPr lang="zh-CN" altLang="x-none" sz="1600" b="0">
                <a:solidFill>
                  <a:srgbClr val="625966"/>
                </a:solidFill>
                <a:latin typeface="Times New Roman" panose="02020603050405020304" pitchFamily="18" charset="0"/>
                <a:ea typeface="+mn-ea"/>
                <a:cs typeface="Times New Roman" panose="02020603050405020304" pitchFamily="18" charset="0"/>
              </a:rPr>
              <a:t>y </a:t>
            </a:r>
            <a:r>
              <a:rPr lang="zh-CN" altLang="x-none" sz="1600" b="0">
                <a:solidFill>
                  <a:srgbClr val="544954"/>
                </a:solidFill>
                <a:latin typeface="Times New Roman" panose="02020603050405020304" pitchFamily="18" charset="0"/>
                <a:ea typeface="+mn-ea"/>
                <a:cs typeface="Times New Roman" panose="02020603050405020304" pitchFamily="18" charset="0"/>
              </a:rPr>
              <a:t>targeted promotional </a:t>
            </a:r>
            <a:r>
              <a:rPr lang="zh-CN" altLang="x-none" sz="1600" b="0">
                <a:solidFill>
                  <a:srgbClr val="625966"/>
                </a:solidFill>
                <a:latin typeface="Times New Roman" panose="02020603050405020304" pitchFamily="18" charset="0"/>
                <a:ea typeface="+mn-ea"/>
                <a:cs typeface="Times New Roman" panose="02020603050405020304" pitchFamily="18" charset="0"/>
              </a:rPr>
              <a:t>campaigns and a</a:t>
            </a:r>
            <a:r>
              <a:rPr lang="zh-CN" altLang="x-none" sz="1600" b="0">
                <a:solidFill>
                  <a:srgbClr val="423B52"/>
                </a:solidFill>
                <a:latin typeface="Times New Roman" panose="02020603050405020304" pitchFamily="18" charset="0"/>
                <a:ea typeface="+mn-ea"/>
                <a:cs typeface="Times New Roman" panose="02020603050405020304" pitchFamily="18" charset="0"/>
              </a:rPr>
              <a:t>d </a:t>
            </a:r>
            <a:r>
              <a:rPr lang="zh-CN" altLang="x-none" sz="1600" b="0">
                <a:solidFill>
                  <a:srgbClr val="544954"/>
                </a:solidFill>
                <a:latin typeface="Times New Roman" panose="02020603050405020304" pitchFamily="18" charset="0"/>
                <a:ea typeface="+mn-ea"/>
                <a:cs typeface="Times New Roman" panose="02020603050405020304" pitchFamily="18" charset="0"/>
              </a:rPr>
              <a:t>placements.</a:t>
            </a:r>
            <a:endParaRPr lang="zh-CN" altLang="x-none" sz="1600" dirty="0">
              <a:solidFill>
                <a:srgbClr val="3A74B8"/>
              </a:solidFill>
              <a:latin typeface="Times New Roman" panose="02020603050405020304" pitchFamily="18" charset="0"/>
              <a:ea typeface="+mn-ea"/>
              <a:cs typeface="Times New Roman" panose="02020603050405020304" pitchFamily="18" charset="0"/>
            </a:endParaRPr>
          </a:p>
          <a:p>
            <a:pPr marL="3540125" indent="0" eaLnBrk="1" hangingPunct="1">
              <a:spcBef>
                <a:spcPct val="0"/>
              </a:spcBef>
              <a:buNone/>
            </a:pPr>
            <a:endParaRPr lang="zh-CN" altLang="x-none" sz="1600" dirty="0">
              <a:solidFill>
                <a:srgbClr val="3A74B8"/>
              </a:solidFill>
              <a:latin typeface="Times New Roman" panose="02020603050405020304" pitchFamily="18" charset="0"/>
              <a:ea typeface="+mn-ea"/>
              <a:cs typeface="Times New Roman" panose="02020603050405020304" pitchFamily="18" charset="0"/>
            </a:endParaRPr>
          </a:p>
          <a:p>
            <a:pPr marL="3540125" indent="0" eaLnBrk="1" hangingPunct="1">
              <a:spcBef>
                <a:spcPts val="25"/>
              </a:spcBef>
              <a:buNone/>
            </a:pPr>
            <a:endParaRPr lang="zh-CN" altLang="x-none" sz="1600" dirty="0">
              <a:solidFill>
                <a:srgbClr val="3A74B8"/>
              </a:solidFill>
              <a:latin typeface="Times New Roman" panose="02020603050405020304" pitchFamily="18" charset="0"/>
              <a:ea typeface="+mn-ea"/>
              <a:cs typeface="Times New Roman" panose="02020603050405020304" pitchFamily="18" charset="0"/>
            </a:endParaRPr>
          </a:p>
          <a:p>
            <a:pPr marL="3540125" indent="0" eaLnBrk="1" hangingPunct="1">
              <a:spcBef>
                <a:spcPct val="0"/>
              </a:spcBef>
              <a:buNone/>
            </a:pPr>
            <a:r>
              <a:rPr lang="zh-CN" altLang="x-none" sz="1600">
                <a:solidFill>
                  <a:srgbClr val="3A74B8"/>
                </a:solidFill>
                <a:latin typeface="Arial" panose="020B0604020202020204" pitchFamily="34" charset="0"/>
                <a:ea typeface="+mn-ea"/>
                <a:cs typeface="Arial" panose="020B0604020202020204" pitchFamily="34" charset="0"/>
              </a:rPr>
              <a:t>Solution Through Machine Learning</a:t>
            </a:r>
            <a:endParaRPr lang="zh-CN" altLang="x-none" sz="1600">
              <a:solidFill>
                <a:srgbClr val="3A74B8"/>
              </a:solidFill>
              <a:latin typeface="Arial" panose="020B0604020202020204" pitchFamily="34" charset="0"/>
              <a:ea typeface="+mn-ea"/>
              <a:cs typeface="Arial" panose="020B0604020202020204" pitchFamily="34" charset="0"/>
            </a:endParaRPr>
          </a:p>
          <a:p>
            <a:pPr marL="3540125" indent="0" eaLnBrk="1" hangingPunct="1">
              <a:spcBef>
                <a:spcPts val="15"/>
              </a:spcBef>
              <a:buNone/>
            </a:pPr>
            <a:endParaRPr lang="zh-CN" altLang="x-none" sz="1600" dirty="0">
              <a:solidFill>
                <a:srgbClr val="3A74B8"/>
              </a:solidFill>
              <a:latin typeface="Times New Roman" panose="02020603050405020304" pitchFamily="18" charset="0"/>
              <a:ea typeface="+mn-ea"/>
              <a:cs typeface="Times New Roman" panose="02020603050405020304" pitchFamily="18" charset="0"/>
            </a:endParaRPr>
          </a:p>
          <a:p>
            <a:pPr marL="3540125" indent="0" eaLnBrk="1" hangingPunct="1">
              <a:lnSpc>
                <a:spcPct val="123000"/>
              </a:lnSpc>
              <a:spcBef>
                <a:spcPct val="0"/>
              </a:spcBef>
              <a:buNone/>
            </a:pPr>
            <a:r>
              <a:rPr lang="zh-CN" altLang="x-none" sz="1600" b="0">
                <a:solidFill>
                  <a:srgbClr val="625966"/>
                </a:solidFill>
                <a:latin typeface="Times New Roman" panose="02020603050405020304" pitchFamily="18" charset="0"/>
                <a:ea typeface="+mn-ea"/>
                <a:cs typeface="Times New Roman" panose="02020603050405020304" pitchFamily="18" charset="0"/>
              </a:rPr>
              <a:t>Implement</a:t>
            </a:r>
            <a:r>
              <a:rPr lang="zh-CN" altLang="x-none" sz="1600" b="0">
                <a:solidFill>
                  <a:srgbClr val="423B52"/>
                </a:solidFill>
                <a:latin typeface="Times New Roman" panose="02020603050405020304" pitchFamily="18" charset="0"/>
                <a:ea typeface="+mn-ea"/>
                <a:cs typeface="Times New Roman" panose="02020603050405020304" pitchFamily="18" charset="0"/>
              </a:rPr>
              <a:t>in</a:t>
            </a:r>
            <a:r>
              <a:rPr lang="zh-CN" altLang="x-none" sz="1600" b="0">
                <a:solidFill>
                  <a:srgbClr val="625966"/>
                </a:solidFill>
                <a:latin typeface="Times New Roman" panose="02020603050405020304" pitchFamily="18" charset="0"/>
                <a:ea typeface="+mn-ea"/>
                <a:cs typeface="Times New Roman" panose="02020603050405020304" pitchFamily="18" charset="0"/>
              </a:rPr>
              <a:t>g consumer segmentation </a:t>
            </a:r>
            <a:r>
              <a:rPr lang="zh-CN" altLang="x-none" sz="1600" b="0">
                <a:solidFill>
                  <a:srgbClr val="544954"/>
                </a:solidFill>
                <a:latin typeface="Times New Roman" panose="02020603050405020304" pitchFamily="18" charset="0"/>
                <a:ea typeface="+mn-ea"/>
                <a:cs typeface="Times New Roman" panose="02020603050405020304" pitchFamily="18" charset="0"/>
              </a:rPr>
              <a:t>using machine </a:t>
            </a:r>
            <a:r>
              <a:rPr lang="zh-CN" altLang="x-none" sz="1600" b="0">
                <a:solidFill>
                  <a:srgbClr val="625966"/>
                </a:solidFill>
                <a:latin typeface="Times New Roman" panose="02020603050405020304" pitchFamily="18" charset="0"/>
                <a:ea typeface="+mn-ea"/>
                <a:cs typeface="Times New Roman" panose="02020603050405020304" pitchFamily="18" charset="0"/>
              </a:rPr>
              <a:t>lea</a:t>
            </a:r>
            <a:r>
              <a:rPr lang="zh-CN" altLang="x-none" sz="1600" b="0">
                <a:solidFill>
                  <a:srgbClr val="423B52"/>
                </a:solidFill>
                <a:latin typeface="Times New Roman" panose="02020603050405020304" pitchFamily="18" charset="0"/>
                <a:ea typeface="+mn-ea"/>
                <a:cs typeface="Times New Roman" panose="02020603050405020304" pitchFamily="18" charset="0"/>
              </a:rPr>
              <a:t>r</a:t>
            </a:r>
            <a:r>
              <a:rPr lang="zh-CN" altLang="x-none" sz="1600" b="0">
                <a:solidFill>
                  <a:srgbClr val="625966"/>
                </a:solidFill>
                <a:latin typeface="Times New Roman" panose="02020603050405020304" pitchFamily="18" charset="0"/>
                <a:ea typeface="+mn-ea"/>
                <a:cs typeface="Times New Roman" panose="02020603050405020304" pitchFamily="18" charset="0"/>
              </a:rPr>
              <a:t>ning </a:t>
            </a:r>
            <a:r>
              <a:rPr lang="zh-CN" altLang="x-none" sz="1600" b="0">
                <a:solidFill>
                  <a:srgbClr val="544954"/>
                </a:solidFill>
                <a:latin typeface="Times New Roman" panose="02020603050405020304" pitchFamily="18" charset="0"/>
                <a:ea typeface="+mn-ea"/>
                <a:cs typeface="Times New Roman" panose="02020603050405020304" pitchFamily="18" charset="0"/>
              </a:rPr>
              <a:t>helps </a:t>
            </a:r>
            <a:r>
              <a:rPr lang="zh-CN" altLang="x-none" sz="1600" b="0">
                <a:solidFill>
                  <a:srgbClr val="625966"/>
                </a:solidFill>
                <a:latin typeface="Times New Roman" panose="02020603050405020304" pitchFamily="18" charset="0"/>
                <a:ea typeface="+mn-ea"/>
                <a:cs typeface="Times New Roman" panose="02020603050405020304" pitchFamily="18" charset="0"/>
              </a:rPr>
              <a:t>catego</a:t>
            </a:r>
            <a:r>
              <a:rPr lang="zh-CN" altLang="x-none" sz="1600" b="0">
                <a:solidFill>
                  <a:srgbClr val="423B52"/>
                </a:solidFill>
                <a:latin typeface="Times New Roman" panose="02020603050405020304" pitchFamily="18" charset="0"/>
                <a:ea typeface="+mn-ea"/>
                <a:cs typeface="Times New Roman" panose="02020603050405020304" pitchFamily="18" charset="0"/>
              </a:rPr>
              <a:t>r</a:t>
            </a:r>
            <a:r>
              <a:rPr lang="zh-CN" altLang="x-none" sz="1600" b="0">
                <a:solidFill>
                  <a:srgbClr val="625966"/>
                </a:solidFill>
                <a:latin typeface="Times New Roman" panose="02020603050405020304" pitchFamily="18" charset="0"/>
                <a:ea typeface="+mn-ea"/>
                <a:cs typeface="Times New Roman" panose="02020603050405020304" pitchFamily="18" charset="0"/>
              </a:rPr>
              <a:t>ize </a:t>
            </a:r>
            <a:r>
              <a:rPr lang="zh-CN" altLang="x-none" sz="1600" b="0">
                <a:solidFill>
                  <a:srgbClr val="544954"/>
                </a:solidFill>
                <a:latin typeface="Times New Roman" panose="02020603050405020304" pitchFamily="18" charset="0"/>
                <a:ea typeface="+mn-ea"/>
                <a:cs typeface="Times New Roman" panose="02020603050405020304" pitchFamily="18" charset="0"/>
              </a:rPr>
              <a:t>users </a:t>
            </a:r>
            <a:r>
              <a:rPr lang="zh-CN" altLang="x-none" sz="1600" b="0">
                <a:solidFill>
                  <a:srgbClr val="625966"/>
                </a:solidFill>
                <a:latin typeface="Times New Roman" panose="02020603050405020304" pitchFamily="18" charset="0"/>
                <a:ea typeface="+mn-ea"/>
                <a:cs typeface="Times New Roman" panose="02020603050405020304" pitchFamily="18" charset="0"/>
              </a:rPr>
              <a:t>based on viewing behavior, enabling </a:t>
            </a:r>
            <a:r>
              <a:rPr lang="zh-CN" altLang="x-none" sz="1600" b="0">
                <a:solidFill>
                  <a:srgbClr val="544954"/>
                </a:solidFill>
                <a:latin typeface="Times New Roman" panose="02020603050405020304" pitchFamily="18" charset="0"/>
                <a:ea typeface="+mn-ea"/>
                <a:cs typeface="Times New Roman" panose="02020603050405020304" pitchFamily="18" charset="0"/>
              </a:rPr>
              <a:t>personalized </a:t>
            </a:r>
            <a:r>
              <a:rPr lang="zh-CN" altLang="x-none" sz="1600" b="0">
                <a:solidFill>
                  <a:srgbClr val="625966"/>
                </a:solidFill>
                <a:latin typeface="Times New Roman" panose="02020603050405020304" pitchFamily="18" charset="0"/>
                <a:ea typeface="+mn-ea"/>
                <a:cs typeface="Times New Roman" panose="02020603050405020304" pitchFamily="18" charset="0"/>
              </a:rPr>
              <a:t>content recommendations,precise advert</a:t>
            </a:r>
            <a:r>
              <a:rPr lang="zh-CN" altLang="x-none" sz="1600" b="0">
                <a:solidFill>
                  <a:srgbClr val="423B52"/>
                </a:solidFill>
                <a:latin typeface="Times New Roman" panose="02020603050405020304" pitchFamily="18" charset="0"/>
                <a:ea typeface="+mn-ea"/>
                <a:cs typeface="Times New Roman" panose="02020603050405020304" pitchFamily="18" charset="0"/>
              </a:rPr>
              <a:t>i</a:t>
            </a:r>
            <a:r>
              <a:rPr lang="zh-CN" altLang="x-none" sz="1600" b="0">
                <a:solidFill>
                  <a:srgbClr val="625966"/>
                </a:solidFill>
                <a:latin typeface="Times New Roman" panose="02020603050405020304" pitchFamily="18" charset="0"/>
                <a:ea typeface="+mn-ea"/>
                <a:cs typeface="Times New Roman" panose="02020603050405020304" pitchFamily="18" charset="0"/>
              </a:rPr>
              <a:t>s</a:t>
            </a:r>
            <a:r>
              <a:rPr lang="zh-CN" altLang="x-none" sz="1600" b="0">
                <a:solidFill>
                  <a:srgbClr val="423B52"/>
                </a:solidFill>
                <a:latin typeface="Times New Roman" panose="02020603050405020304" pitchFamily="18" charset="0"/>
                <a:ea typeface="+mn-ea"/>
                <a:cs typeface="Times New Roman" panose="02020603050405020304" pitchFamily="18" charset="0"/>
              </a:rPr>
              <a:t>i</a:t>
            </a:r>
            <a:r>
              <a:rPr lang="zh-CN" altLang="x-none" sz="1600" b="0">
                <a:solidFill>
                  <a:srgbClr val="625966"/>
                </a:solidFill>
                <a:latin typeface="Times New Roman" panose="02020603050405020304" pitchFamily="18" charset="0"/>
                <a:ea typeface="+mn-ea"/>
                <a:cs typeface="Times New Roman" panose="02020603050405020304" pitchFamily="18" charset="0"/>
              </a:rPr>
              <a:t>ng, and </a:t>
            </a:r>
            <a:r>
              <a:rPr lang="zh-CN" altLang="x-none" sz="1600" b="0">
                <a:solidFill>
                  <a:srgbClr val="544954"/>
                </a:solidFill>
                <a:latin typeface="Times New Roman" panose="02020603050405020304" pitchFamily="18" charset="0"/>
                <a:ea typeface="+mn-ea"/>
                <a:cs typeface="Times New Roman" panose="02020603050405020304" pitchFamily="18" charset="0"/>
              </a:rPr>
              <a:t>improved user </a:t>
            </a:r>
            <a:r>
              <a:rPr lang="zh-CN" altLang="x-none" sz="1600" b="0">
                <a:solidFill>
                  <a:srgbClr val="625966"/>
                </a:solidFill>
                <a:latin typeface="Times New Roman" panose="02020603050405020304" pitchFamily="18" charset="0"/>
                <a:ea typeface="+mn-ea"/>
                <a:cs typeface="Times New Roman" panose="02020603050405020304" pitchFamily="18" charset="0"/>
              </a:rPr>
              <a:t>experience.</a:t>
            </a:r>
            <a:r>
              <a:rPr lang="zh-CN" altLang="x-none" sz="1600" b="0">
                <a:solidFill>
                  <a:srgbClr val="544954"/>
                </a:solidFill>
                <a:latin typeface="Times New Roman" panose="02020603050405020304" pitchFamily="18" charset="0"/>
                <a:ea typeface="+mn-ea"/>
                <a:cs typeface="Times New Roman" panose="02020603050405020304" pitchFamily="18" charset="0"/>
              </a:rPr>
              <a:t>This </a:t>
            </a:r>
            <a:r>
              <a:rPr lang="zh-CN" altLang="x-none" sz="1600" b="0">
                <a:solidFill>
                  <a:srgbClr val="625966"/>
                </a:solidFill>
                <a:latin typeface="Times New Roman" panose="02020603050405020304" pitchFamily="18" charset="0"/>
                <a:ea typeface="+mn-ea"/>
                <a:cs typeface="Times New Roman" panose="02020603050405020304" pitchFamily="18" charset="0"/>
              </a:rPr>
              <a:t>enhances customer </a:t>
            </a:r>
            <a:r>
              <a:rPr lang="zh-CN" altLang="x-none" sz="1600" b="0">
                <a:solidFill>
                  <a:srgbClr val="544954"/>
                </a:solidFill>
                <a:latin typeface="Times New Roman" panose="02020603050405020304" pitchFamily="18" charset="0"/>
                <a:ea typeface="+mn-ea"/>
                <a:cs typeface="Times New Roman" panose="02020603050405020304" pitchFamily="18" charset="0"/>
              </a:rPr>
              <a:t>retention, </a:t>
            </a:r>
            <a:r>
              <a:rPr lang="zh-CN" altLang="x-none" sz="1600" b="0">
                <a:solidFill>
                  <a:srgbClr val="625966"/>
                </a:solidFill>
                <a:latin typeface="Times New Roman" panose="02020603050405020304" pitchFamily="18" charset="0"/>
                <a:ea typeface="+mn-ea"/>
                <a:cs typeface="Times New Roman" panose="02020603050405020304" pitchFamily="18" charset="0"/>
              </a:rPr>
              <a:t>boostsengagement, an</a:t>
            </a:r>
            <a:r>
              <a:rPr lang="zh-CN" altLang="x-none" sz="1600" b="0">
                <a:solidFill>
                  <a:srgbClr val="423B52"/>
                </a:solidFill>
                <a:latin typeface="Times New Roman" panose="02020603050405020304" pitchFamily="18" charset="0"/>
                <a:ea typeface="+mn-ea"/>
                <a:cs typeface="Times New Roman" panose="02020603050405020304" pitchFamily="18" charset="0"/>
              </a:rPr>
              <a:t>d d</a:t>
            </a:r>
            <a:r>
              <a:rPr lang="zh-CN" altLang="x-none" sz="1600" b="0">
                <a:solidFill>
                  <a:srgbClr val="625966"/>
                </a:solidFill>
                <a:latin typeface="Times New Roman" panose="02020603050405020304" pitchFamily="18" charset="0"/>
                <a:ea typeface="+mn-ea"/>
                <a:cs typeface="Times New Roman" panose="02020603050405020304" pitchFamily="18" charset="0"/>
              </a:rPr>
              <a:t>rives revenue g</a:t>
            </a:r>
            <a:r>
              <a:rPr lang="zh-CN" altLang="x-none" sz="1600" b="0">
                <a:solidFill>
                  <a:srgbClr val="423B52"/>
                </a:solidFill>
                <a:latin typeface="Times New Roman" panose="02020603050405020304" pitchFamily="18" charset="0"/>
                <a:ea typeface="+mn-ea"/>
                <a:cs typeface="Times New Roman" panose="02020603050405020304" pitchFamily="18" charset="0"/>
              </a:rPr>
              <a:t>r</a:t>
            </a:r>
            <a:r>
              <a:rPr lang="zh-CN" altLang="x-none" sz="1600" b="0">
                <a:solidFill>
                  <a:srgbClr val="625966"/>
                </a:solidFill>
                <a:latin typeface="Times New Roman" panose="02020603050405020304" pitchFamily="18" charset="0"/>
                <a:ea typeface="+mn-ea"/>
                <a:cs typeface="Times New Roman" panose="02020603050405020304" pitchFamily="18" charset="0"/>
              </a:rPr>
              <a:t>owth </a:t>
            </a:r>
            <a:r>
              <a:rPr lang="zh-CN" altLang="x-none" sz="1600" b="0">
                <a:solidFill>
                  <a:srgbClr val="423B52"/>
                </a:solidFill>
                <a:latin typeface="Times New Roman" panose="02020603050405020304" pitchFamily="18" charset="0"/>
                <a:ea typeface="+mn-ea"/>
                <a:cs typeface="Times New Roman" panose="02020603050405020304" pitchFamily="18" charset="0"/>
              </a:rPr>
              <a:t>in </a:t>
            </a:r>
            <a:r>
              <a:rPr lang="zh-CN" altLang="x-none" sz="1600" b="0">
                <a:solidFill>
                  <a:srgbClr val="625966"/>
                </a:solidFill>
                <a:latin typeface="Times New Roman" panose="02020603050405020304" pitchFamily="18" charset="0"/>
                <a:ea typeface="+mn-ea"/>
                <a:cs typeface="Times New Roman" panose="02020603050405020304" pitchFamily="18" charset="0"/>
              </a:rPr>
              <a:t>the competitive streaming </a:t>
            </a:r>
            <a:r>
              <a:rPr lang="zh-CN" altLang="x-none" sz="1600" b="0">
                <a:solidFill>
                  <a:srgbClr val="423B52"/>
                </a:solidFill>
                <a:latin typeface="Times New Roman" panose="02020603050405020304" pitchFamily="18" charset="0"/>
                <a:ea typeface="+mn-ea"/>
                <a:cs typeface="Times New Roman" panose="02020603050405020304" pitchFamily="18" charset="0"/>
              </a:rPr>
              <a:t>i</a:t>
            </a:r>
            <a:r>
              <a:rPr lang="zh-CN" altLang="x-none" sz="1600" b="0">
                <a:solidFill>
                  <a:srgbClr val="625966"/>
                </a:solidFill>
                <a:latin typeface="Times New Roman" panose="02020603050405020304" pitchFamily="18" charset="0"/>
                <a:ea typeface="+mn-ea"/>
                <a:cs typeface="Times New Roman" panose="02020603050405020304" pitchFamily="18" charset="0"/>
              </a:rPr>
              <a:t>ndustry.</a:t>
            </a:r>
            <a:endParaRPr lang="zh-CN" altLang="x-none" sz="1600" dirty="0">
              <a:solidFill>
                <a:srgbClr val="3A74B8"/>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458" name="object 2"/>
          <p:cNvSpPr/>
          <p:nvPr/>
        </p:nvSpPr>
        <p:spPr>
          <a:xfrm>
            <a:off x="1104900" y="1200150"/>
            <a:ext cx="8820150" cy="60960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19459" name="object 3"/>
          <p:cNvSpPr/>
          <p:nvPr/>
        </p:nvSpPr>
        <p:spPr>
          <a:xfrm>
            <a:off x="2533650" y="3752850"/>
            <a:ext cx="742950" cy="1352550"/>
          </a:xfrm>
          <a:prstGeom prst="rect">
            <a:avLst/>
          </a:prstGeom>
          <a:blipFill rotWithShape="1">
            <a:blip r:embed="rId2"/>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19460" name="object 4"/>
          <p:cNvSpPr/>
          <p:nvPr/>
        </p:nvSpPr>
        <p:spPr>
          <a:xfrm>
            <a:off x="152400" y="5886450"/>
            <a:ext cx="8839200" cy="628650"/>
          </a:xfrm>
          <a:prstGeom prst="rect">
            <a:avLst/>
          </a:prstGeom>
          <a:blipFill rotWithShape="1">
            <a:blip r:embed="rId3"/>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19461" name="object 5"/>
          <p:cNvSpPr/>
          <p:nvPr/>
        </p:nvSpPr>
        <p:spPr>
          <a:xfrm>
            <a:off x="2371725" y="4095750"/>
            <a:ext cx="0" cy="685800"/>
          </a:xfrm>
          <a:custGeom>
            <a:avLst/>
            <a:gdLst/>
            <a:ahLst/>
            <a:cxnLst/>
            <a:pathLst>
              <a:path h="685800">
                <a:moveTo>
                  <a:pt x="0" y="685800"/>
                </a:moveTo>
                <a:lnTo>
                  <a:pt x="0" y="0"/>
                </a:lnTo>
              </a:path>
            </a:pathLst>
          </a:custGeom>
          <a:noFill/>
          <a:ln w="9525" cap="flat" cmpd="sng">
            <a:solidFill>
              <a:srgbClr val="9CBCDB">
                <a:alpha val="100000"/>
              </a:srgbClr>
            </a:solidFill>
            <a:prstDash val="solid"/>
            <a:headEnd type="none" w="med" len="med"/>
            <a:tailEnd type="none" w="med" len="med"/>
          </a:ln>
        </p:spPr>
        <p:txBody>
          <a:bodyPr/>
          <a:p>
            <a:endParaRPr lang="en-US"/>
          </a:p>
        </p:txBody>
      </p:sp>
      <p:sp>
        <p:nvSpPr>
          <p:cNvPr id="19462" name="object 6"/>
          <p:cNvSpPr/>
          <p:nvPr/>
        </p:nvSpPr>
        <p:spPr>
          <a:xfrm>
            <a:off x="1657350" y="3810000"/>
            <a:ext cx="476250" cy="0"/>
          </a:xfrm>
          <a:custGeom>
            <a:avLst/>
            <a:gdLst/>
            <a:ahLst/>
            <a:cxnLst/>
            <a:pathLst>
              <a:path w="476250">
                <a:moveTo>
                  <a:pt x="0" y="0"/>
                </a:moveTo>
                <a:lnTo>
                  <a:pt x="476250" y="0"/>
                </a:lnTo>
              </a:path>
            </a:pathLst>
          </a:custGeom>
          <a:noFill/>
          <a:ln w="9525" cap="flat" cmpd="sng">
            <a:solidFill>
              <a:srgbClr val="6B9CCC">
                <a:alpha val="100000"/>
              </a:srgbClr>
            </a:solidFill>
            <a:prstDash val="solid"/>
            <a:headEnd type="none" w="med" len="med"/>
            <a:tailEnd type="none" w="med" len="med"/>
          </a:ln>
        </p:spPr>
        <p:txBody>
          <a:bodyPr/>
          <a:p>
            <a:endParaRPr lang="en-US"/>
          </a:p>
        </p:txBody>
      </p:sp>
      <p:sp>
        <p:nvSpPr>
          <p:cNvPr id="19463" name="object 7"/>
          <p:cNvSpPr/>
          <p:nvPr/>
        </p:nvSpPr>
        <p:spPr>
          <a:xfrm>
            <a:off x="1409700" y="4095750"/>
            <a:ext cx="0" cy="685800"/>
          </a:xfrm>
          <a:custGeom>
            <a:avLst/>
            <a:gdLst/>
            <a:ahLst/>
            <a:cxnLst/>
            <a:pathLst>
              <a:path h="685800">
                <a:moveTo>
                  <a:pt x="0" y="685800"/>
                </a:moveTo>
                <a:lnTo>
                  <a:pt x="0" y="0"/>
                </a:lnTo>
              </a:path>
            </a:pathLst>
          </a:custGeom>
          <a:noFill/>
          <a:ln w="9525" cap="flat" cmpd="sng">
            <a:solidFill>
              <a:srgbClr val="A0ACD4">
                <a:alpha val="100000"/>
              </a:srgbClr>
            </a:solidFill>
            <a:prstDash val="solid"/>
            <a:headEnd type="none" w="med" len="med"/>
            <a:tailEnd type="none" w="med" len="med"/>
          </a:ln>
        </p:spPr>
        <p:txBody>
          <a:bodyPr/>
          <a:p>
            <a:endParaRPr lang="en-US"/>
          </a:p>
        </p:txBody>
      </p:sp>
      <p:sp>
        <p:nvSpPr>
          <p:cNvPr id="19464" name="object 8"/>
          <p:cNvSpPr/>
          <p:nvPr/>
        </p:nvSpPr>
        <p:spPr>
          <a:xfrm>
            <a:off x="3390900" y="3905250"/>
            <a:ext cx="0" cy="419100"/>
          </a:xfrm>
          <a:custGeom>
            <a:avLst/>
            <a:gdLst/>
            <a:ahLst/>
            <a:cxnLst/>
            <a:pathLst>
              <a:path h="419100">
                <a:moveTo>
                  <a:pt x="0" y="419100"/>
                </a:moveTo>
                <a:lnTo>
                  <a:pt x="0" y="0"/>
                </a:lnTo>
              </a:path>
            </a:pathLst>
          </a:custGeom>
          <a:noFill/>
          <a:ln w="9525" cap="flat" cmpd="sng">
            <a:solidFill>
              <a:srgbClr val="A3A8CF">
                <a:alpha val="100000"/>
              </a:srgbClr>
            </a:solidFill>
            <a:prstDash val="solid"/>
            <a:headEnd type="none" w="med" len="med"/>
            <a:tailEnd type="none" w="med" len="med"/>
          </a:ln>
        </p:spPr>
        <p:txBody>
          <a:bodyPr/>
          <a:p>
            <a:endParaRPr lang="en-US"/>
          </a:p>
        </p:txBody>
      </p:sp>
      <p:sp>
        <p:nvSpPr>
          <p:cNvPr id="19465" name="object 9"/>
          <p:cNvSpPr/>
          <p:nvPr/>
        </p:nvSpPr>
        <p:spPr>
          <a:xfrm>
            <a:off x="3409950" y="4495800"/>
            <a:ext cx="0" cy="438150"/>
          </a:xfrm>
          <a:custGeom>
            <a:avLst/>
            <a:gdLst/>
            <a:ahLst/>
            <a:cxnLst/>
            <a:pathLst>
              <a:path h="438150">
                <a:moveTo>
                  <a:pt x="0" y="438150"/>
                </a:moveTo>
                <a:lnTo>
                  <a:pt x="0" y="0"/>
                </a:lnTo>
              </a:path>
            </a:pathLst>
          </a:custGeom>
          <a:noFill/>
          <a:ln w="9525" cap="flat" cmpd="sng">
            <a:solidFill>
              <a:srgbClr val="A3B3D8">
                <a:alpha val="100000"/>
              </a:srgbClr>
            </a:solidFill>
            <a:prstDash val="solid"/>
            <a:headEnd type="none" w="med" len="med"/>
            <a:tailEnd type="none" w="med" len="med"/>
          </a:ln>
        </p:spPr>
        <p:txBody>
          <a:bodyPr/>
          <a:p>
            <a:endParaRPr lang="en-US"/>
          </a:p>
        </p:txBody>
      </p:sp>
      <p:sp>
        <p:nvSpPr>
          <p:cNvPr id="10" name="object 10"/>
          <p:cNvSpPr txBox="1"/>
          <p:nvPr/>
        </p:nvSpPr>
        <p:spPr>
          <a:xfrm>
            <a:off x="4073525" y="3527425"/>
            <a:ext cx="3316605" cy="376555"/>
          </a:xfrm>
          <a:prstGeom prst="rect">
            <a:avLst/>
          </a:prstGeom>
        </p:spPr>
        <p:txBody>
          <a:bodyPr vert="horz" wrap="square" lIns="0" tIns="0" rIns="0" bIns="0" rtlCol="0">
            <a:spAutoFit/>
          </a:bodyPr>
          <a:lstStyle/>
          <a:p>
            <a:pPr marL="12700" marR="0" algn="dist" defTabSz="914400" eaLnBrk="1" fontAlgn="auto" hangingPunct="1">
              <a:spcBef>
                <a:spcPts val="0"/>
              </a:spcBef>
              <a:spcAft>
                <a:spcPts val="0"/>
              </a:spcAft>
              <a:buClrTx/>
              <a:buSzTx/>
              <a:buFontTx/>
              <a:buNone/>
              <a:defRPr/>
            </a:pPr>
            <a:r>
              <a:rPr kumimoji="0" sz="2450" kern="1200" cap="none" spc="-745" normalizeH="0" baseline="0" noProof="0" dirty="0">
                <a:solidFill>
                  <a:srgbClr val="3A72B8"/>
                </a:solidFill>
                <a:latin typeface="Arial Black" panose="020B0A04020102020204" charset="0"/>
                <a:ea typeface="+mn-ea"/>
                <a:cs typeface="Arial Black" panose="020B0A04020102020204" charset="0"/>
              </a:rPr>
              <a:t>O</a:t>
            </a:r>
            <a:r>
              <a:rPr kumimoji="0" sz="2450" kern="1200" cap="none" spc="-750" normalizeH="0" baseline="0" noProof="0" dirty="0">
                <a:solidFill>
                  <a:srgbClr val="3A72B8"/>
                </a:solidFill>
                <a:latin typeface="Arial Black" panose="020B0A04020102020204" charset="0"/>
                <a:ea typeface="+mn-ea"/>
                <a:cs typeface="Arial Black" panose="020B0A04020102020204" charset="0"/>
              </a:rPr>
              <a:t>B</a:t>
            </a:r>
            <a:r>
              <a:rPr kumimoji="0" sz="2450" kern="1200" cap="none" spc="-555" normalizeH="0" baseline="0" noProof="0" dirty="0">
                <a:solidFill>
                  <a:srgbClr val="3A72B8"/>
                </a:solidFill>
                <a:latin typeface="Arial Black" panose="020B0A04020102020204" charset="0"/>
                <a:ea typeface="+mn-ea"/>
                <a:cs typeface="Arial Black" panose="020B0A04020102020204" charset="0"/>
              </a:rPr>
              <a:t>JECTIVE</a:t>
            </a:r>
            <a:endParaRPr kumimoji="0" sz="2450" kern="1200" cap="none" spc="0" normalizeH="0" baseline="0" noProof="0">
              <a:latin typeface="Arial Black" panose="020B0A04020102020204" charset="0"/>
              <a:ea typeface="+mn-ea"/>
              <a:cs typeface="Arial Black" panose="020B0A04020102020204" charset="0"/>
            </a:endParaRPr>
          </a:p>
        </p:txBody>
      </p:sp>
      <p:sp>
        <p:nvSpPr>
          <p:cNvPr id="11" name="object 11"/>
          <p:cNvSpPr txBox="1"/>
          <p:nvPr/>
        </p:nvSpPr>
        <p:spPr>
          <a:xfrm>
            <a:off x="1673225" y="4037013"/>
            <a:ext cx="503238" cy="9398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7200" u="sng" kern="1200" cap="none" spc="-245" normalizeH="0" baseline="0" noProof="0" dirty="0">
                <a:solidFill>
                  <a:srgbClr val="90AFD6"/>
                </a:solidFill>
                <a:latin typeface="Arial" panose="020B0604020202020204"/>
                <a:ea typeface="+mn-ea"/>
                <a:cs typeface="Arial" panose="020B0604020202020204"/>
              </a:rPr>
              <a:t>0</a:t>
            </a:r>
            <a:endParaRPr kumimoji="0" sz="7200" kern="1200" cap="none" spc="0" normalizeH="0" baseline="0" noProof="0">
              <a:latin typeface="Arial" panose="020B0604020202020204"/>
              <a:ea typeface="+mn-ea"/>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506" name="object 2"/>
          <p:cNvSpPr/>
          <p:nvPr/>
        </p:nvSpPr>
        <p:spPr>
          <a:xfrm>
            <a:off x="2133600" y="2533650"/>
            <a:ext cx="1276350" cy="137160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21507" name="object 3"/>
          <p:cNvSpPr/>
          <p:nvPr/>
        </p:nvSpPr>
        <p:spPr>
          <a:xfrm>
            <a:off x="6629400" y="2533650"/>
            <a:ext cx="1276350" cy="1276350"/>
          </a:xfrm>
          <a:prstGeom prst="rect">
            <a:avLst/>
          </a:prstGeom>
          <a:blipFill rotWithShape="1">
            <a:blip r:embed="rId2"/>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21508" name="object 4"/>
          <p:cNvSpPr/>
          <p:nvPr/>
        </p:nvSpPr>
        <p:spPr>
          <a:xfrm>
            <a:off x="342900" y="1423988"/>
            <a:ext cx="3248025" cy="0"/>
          </a:xfrm>
          <a:custGeom>
            <a:avLst/>
            <a:gdLst/>
            <a:ahLst/>
            <a:cxnLst/>
            <a:pathLst>
              <a:path w="3248025">
                <a:moveTo>
                  <a:pt x="0" y="0"/>
                </a:moveTo>
                <a:lnTo>
                  <a:pt x="3248025" y="0"/>
                </a:lnTo>
              </a:path>
            </a:pathLst>
          </a:custGeom>
          <a:noFill/>
          <a:ln w="9525" cap="flat" cmpd="sng">
            <a:solidFill>
              <a:srgbClr val="BFBCBF">
                <a:alpha val="100000"/>
              </a:srgbClr>
            </a:solidFill>
            <a:prstDash val="solid"/>
            <a:headEnd type="none" w="med" len="med"/>
            <a:tailEnd type="none" w="med" len="med"/>
          </a:ln>
        </p:spPr>
        <p:txBody>
          <a:bodyPr/>
          <a:p>
            <a:endParaRPr lang="en-US"/>
          </a:p>
        </p:txBody>
      </p:sp>
      <p:sp>
        <p:nvSpPr>
          <p:cNvPr id="6" name="object 6"/>
          <p:cNvSpPr txBox="1">
            <a:spLocks noGrp="1"/>
          </p:cNvSpPr>
          <p:nvPr>
            <p:ph type="title"/>
          </p:nvPr>
        </p:nvSpPr>
        <p:spPr>
          <a:xfrm>
            <a:off x="342900" y="990600"/>
            <a:ext cx="9359900" cy="412750"/>
          </a:xfrm>
        </p:spPr>
        <p:txBody>
          <a:bodyPr vert="horz" wrap="square" lIns="0" tIns="0" rIns="0" bIns="0" rtlCol="0">
            <a:spAutoFit/>
          </a:bodyPr>
          <a:lstStyle/>
          <a:p>
            <a:pPr marL="3175" marR="0" lvl="0" indent="0" defTabSz="914400" eaLnBrk="1" fontAlgn="auto" latinLnBrk="0" hangingPunct="1">
              <a:lnSpc>
                <a:spcPct val="100000"/>
              </a:lnSpc>
              <a:spcBef>
                <a:spcPts val="0"/>
              </a:spcBef>
              <a:spcAft>
                <a:spcPts val="0"/>
              </a:spcAft>
              <a:buClrTx/>
              <a:buSzTx/>
              <a:buFontTx/>
              <a:buNone/>
              <a:defRPr/>
            </a:pPr>
            <a:r>
              <a:rPr kumimoji="0" sz="3050" b="0" i="0" u="none" strike="noStrike" kern="0" cap="none" spc="-195" normalizeH="0" baseline="0" noProof="0" dirty="0">
                <a:ln>
                  <a:noFill/>
                </a:ln>
                <a:solidFill>
                  <a:srgbClr val="524B57"/>
                </a:solidFill>
                <a:effectLst/>
                <a:uLnTx/>
                <a:uFillTx/>
                <a:latin typeface="Times New Roman" panose="02020603050405020304"/>
                <a:ea typeface="+mj-ea"/>
                <a:cs typeface="Times New Roman" panose="02020603050405020304"/>
              </a:rPr>
              <a:t>·</a:t>
            </a:r>
            <a:r>
              <a:rPr kumimoji="0" sz="3050" b="0" i="0" u="none" strike="noStrike" kern="0" cap="none" spc="-1270" normalizeH="0" baseline="0" noProof="0" dirty="0">
                <a:ln>
                  <a:noFill/>
                </a:ln>
                <a:solidFill>
                  <a:srgbClr val="DBDBDB"/>
                </a:solidFill>
                <a:effectLst/>
                <a:uLnTx/>
                <a:uFillTx/>
                <a:latin typeface="Times New Roman" panose="02020603050405020304"/>
                <a:ea typeface="+mj-ea"/>
                <a:cs typeface="Times New Roman" panose="02020603050405020304"/>
              </a:rPr>
              <a:t>1</a:t>
            </a:r>
            <a:r>
              <a:rPr kumimoji="0" sz="3050" b="0" i="0" u="none" strike="noStrike" kern="0" cap="none" spc="100" normalizeH="0" baseline="0" noProof="0" dirty="0">
                <a:ln>
                  <a:noFill/>
                </a:ln>
                <a:solidFill>
                  <a:srgbClr val="DBDBDB"/>
                </a:solidFill>
                <a:effectLst/>
                <a:uLnTx/>
                <a:uFillTx/>
                <a:latin typeface="Times New Roman" panose="02020603050405020304"/>
                <a:ea typeface="+mj-ea"/>
                <a:cs typeface="Times New Roman" panose="02020603050405020304"/>
              </a:rPr>
              <a:t> </a:t>
            </a:r>
            <a:r>
              <a:rPr kumimoji="0" sz="2600" b="1" i="0" u="none" strike="noStrike" kern="0" cap="none" spc="110" normalizeH="0" baseline="0" noProof="0" dirty="0">
                <a:ln>
                  <a:noFill/>
                </a:ln>
                <a:solidFill>
                  <a:srgbClr val="3A74B8"/>
                </a:solidFill>
                <a:effectLst/>
                <a:uLnTx/>
                <a:uFillTx/>
                <a:latin typeface="Arial" panose="020B0604020202020204"/>
                <a:ea typeface="+mj-ea"/>
                <a:cs typeface="Arial" panose="020B0604020202020204"/>
              </a:rPr>
              <a:t>Key</a:t>
            </a:r>
            <a:r>
              <a:rPr kumimoji="0" sz="2600" b="1" i="0" u="none" strike="noStrike" kern="0" cap="none" spc="-50" normalizeH="0" baseline="0" noProof="0" dirty="0">
                <a:ln>
                  <a:noFill/>
                </a:ln>
                <a:solidFill>
                  <a:srgbClr val="3A74B8"/>
                </a:solidFill>
                <a:effectLst/>
                <a:uLnTx/>
                <a:uFillTx/>
                <a:latin typeface="Arial" panose="020B0604020202020204"/>
                <a:ea typeface="+mj-ea"/>
                <a:cs typeface="Arial" panose="020B0604020202020204"/>
              </a:rPr>
              <a:t> </a:t>
            </a:r>
            <a:r>
              <a:rPr kumimoji="0" sz="2600" b="1" i="0" u="none" strike="noStrike" kern="0" cap="none" spc="120" normalizeH="0" baseline="0" noProof="0" dirty="0">
                <a:ln>
                  <a:noFill/>
                </a:ln>
                <a:solidFill>
                  <a:srgbClr val="3A74B8"/>
                </a:solidFill>
                <a:effectLst/>
                <a:uLnTx/>
                <a:uFillTx/>
                <a:latin typeface="Arial" panose="020B0604020202020204"/>
                <a:ea typeface="+mj-ea"/>
                <a:cs typeface="Arial" panose="020B0604020202020204"/>
              </a:rPr>
              <a:t>Object</a:t>
            </a:r>
            <a:r>
              <a:rPr kumimoji="0" sz="2600" b="1" i="0" u="none" strike="noStrike" kern="0" cap="none" spc="55" normalizeH="0" baseline="0" noProof="0" dirty="0">
                <a:ln>
                  <a:noFill/>
                </a:ln>
                <a:solidFill>
                  <a:srgbClr val="3A74B8"/>
                </a:solidFill>
                <a:effectLst/>
                <a:uLnTx/>
                <a:uFillTx/>
                <a:latin typeface="Arial" panose="020B0604020202020204"/>
                <a:ea typeface="+mj-ea"/>
                <a:cs typeface="Arial" panose="020B0604020202020204"/>
              </a:rPr>
              <a:t>i</a:t>
            </a:r>
            <a:r>
              <a:rPr kumimoji="0" sz="2600" b="1" i="0" u="none" strike="noStrike" kern="0" cap="none" spc="100" normalizeH="0" baseline="0" noProof="0" dirty="0">
                <a:ln>
                  <a:noFill/>
                </a:ln>
                <a:solidFill>
                  <a:srgbClr val="3A74B8"/>
                </a:solidFill>
                <a:effectLst/>
                <a:uLnTx/>
                <a:uFillTx/>
                <a:latin typeface="Arial" panose="020B0604020202020204"/>
                <a:ea typeface="+mj-ea"/>
                <a:cs typeface="Arial" panose="020B0604020202020204"/>
              </a:rPr>
              <a:t>ves</a:t>
            </a:r>
            <a:endParaRPr kumimoji="0" sz="3050" b="1" i="0" u="none" strike="noStrike" kern="0" cap="none" spc="0" normalizeH="0" baseline="0" noProof="0">
              <a:ln>
                <a:noFill/>
              </a:ln>
              <a:solidFill>
                <a:srgbClr val="3A74B8"/>
              </a:solidFill>
              <a:effectLst/>
              <a:uLnTx/>
              <a:uFillTx/>
              <a:latin typeface="Times New Roman" panose="02020603050405020304"/>
              <a:ea typeface="+mj-ea"/>
              <a:cs typeface="Times New Roman" panose="02020603050405020304"/>
            </a:endParaRPr>
          </a:p>
        </p:txBody>
      </p:sp>
      <p:sp>
        <p:nvSpPr>
          <p:cNvPr id="7" name="object 7"/>
          <p:cNvSpPr txBox="1"/>
          <p:nvPr/>
        </p:nvSpPr>
        <p:spPr>
          <a:xfrm>
            <a:off x="914400" y="4114483"/>
            <a:ext cx="3706813" cy="492125"/>
          </a:xfrm>
          <a:prstGeom prst="rect">
            <a:avLst/>
          </a:prstGeom>
        </p:spPr>
        <p:txBody>
          <a:bodyPr vert="horz" wrap="square" lIns="0" tIns="0" rIns="0" bIns="0" rtlCol="0">
            <a:spAutoFit/>
          </a:bodyPr>
          <a:lstStyle/>
          <a:p>
            <a:pPr marL="12700" marR="0" algn="ctr" defTabSz="914400" eaLnBrk="1" fontAlgn="auto" hangingPunct="1">
              <a:spcBef>
                <a:spcPts val="0"/>
              </a:spcBef>
              <a:spcAft>
                <a:spcPts val="0"/>
              </a:spcAft>
              <a:buClrTx/>
              <a:buSzTx/>
              <a:buFontTx/>
              <a:buNone/>
              <a:defRPr/>
            </a:pPr>
            <a:r>
              <a:rPr kumimoji="0" sz="1600" b="1" kern="1200" cap="none" spc="-114" normalizeH="0" baseline="0" noProof="0" dirty="0">
                <a:solidFill>
                  <a:srgbClr val="3A74B8"/>
                </a:solidFill>
                <a:latin typeface="Arial" panose="020B0604020202020204"/>
                <a:ea typeface="+mn-ea"/>
                <a:cs typeface="Arial" panose="020B0604020202020204"/>
              </a:rPr>
              <a:t>D</a:t>
            </a:r>
            <a:r>
              <a:rPr kumimoji="0" sz="1600" b="1" kern="1200" cap="none" spc="30" normalizeH="0" baseline="0" noProof="0" dirty="0">
                <a:solidFill>
                  <a:srgbClr val="3A74B8"/>
                </a:solidFill>
                <a:latin typeface="Arial" panose="020B0604020202020204"/>
                <a:ea typeface="+mn-ea"/>
                <a:cs typeface="Arial" panose="020B0604020202020204"/>
              </a:rPr>
              <a:t>eve</a:t>
            </a:r>
            <a:r>
              <a:rPr kumimoji="0" sz="1600" b="1" kern="1200" cap="none" spc="5" normalizeH="0" baseline="0" noProof="0" dirty="0">
                <a:solidFill>
                  <a:srgbClr val="3A74B8"/>
                </a:solidFill>
                <a:latin typeface="Arial" panose="020B0604020202020204"/>
                <a:ea typeface="+mn-ea"/>
                <a:cs typeface="Arial" panose="020B0604020202020204"/>
              </a:rPr>
              <a:t>l</a:t>
            </a:r>
            <a:r>
              <a:rPr kumimoji="0" sz="1600" b="1" kern="1200" cap="none" spc="40" normalizeH="0" baseline="0" noProof="0" dirty="0">
                <a:solidFill>
                  <a:srgbClr val="3A74B8"/>
                </a:solidFill>
                <a:latin typeface="Arial" panose="020B0604020202020204"/>
                <a:ea typeface="+mn-ea"/>
                <a:cs typeface="Arial" panose="020B0604020202020204"/>
              </a:rPr>
              <a:t>op</a:t>
            </a:r>
            <a:r>
              <a:rPr kumimoji="0" sz="1600" b="1" kern="1200" cap="none" spc="-25" normalizeH="0" baseline="0" noProof="0" dirty="0">
                <a:solidFill>
                  <a:srgbClr val="3A74B8"/>
                </a:solidFill>
                <a:latin typeface="Arial" panose="020B0604020202020204"/>
                <a:ea typeface="+mn-ea"/>
                <a:cs typeface="Arial" panose="020B0604020202020204"/>
              </a:rPr>
              <a:t> </a:t>
            </a:r>
            <a:r>
              <a:rPr kumimoji="0" sz="1600" b="1" kern="1200" cap="none" spc="60" normalizeH="0" baseline="0" noProof="0" dirty="0">
                <a:solidFill>
                  <a:srgbClr val="3A74B8"/>
                </a:solidFill>
                <a:latin typeface="Arial" panose="020B0604020202020204"/>
                <a:ea typeface="+mn-ea"/>
                <a:cs typeface="Arial" panose="020B0604020202020204"/>
              </a:rPr>
              <a:t>a</a:t>
            </a:r>
            <a:r>
              <a:rPr kumimoji="0" sz="1600" b="1" kern="1200" cap="none" spc="45" normalizeH="0" baseline="0" noProof="0" dirty="0">
                <a:solidFill>
                  <a:srgbClr val="3A74B8"/>
                </a:solidFill>
                <a:latin typeface="Arial" panose="020B0604020202020204"/>
                <a:ea typeface="+mn-ea"/>
                <a:cs typeface="Arial" panose="020B0604020202020204"/>
              </a:rPr>
              <a:t> </a:t>
            </a:r>
            <a:r>
              <a:rPr kumimoji="0" sz="1600" b="1" kern="1200" cap="none" spc="25" normalizeH="0" baseline="0" noProof="0" dirty="0">
                <a:solidFill>
                  <a:srgbClr val="3A74B8"/>
                </a:solidFill>
                <a:latin typeface="Arial" panose="020B0604020202020204"/>
                <a:ea typeface="+mn-ea"/>
                <a:cs typeface="Arial" panose="020B0604020202020204"/>
              </a:rPr>
              <a:t>consumer</a:t>
            </a:r>
            <a:r>
              <a:rPr kumimoji="0" sz="1600" b="1" kern="1200" cap="none" spc="155" normalizeH="0" baseline="0" noProof="0" dirty="0">
                <a:solidFill>
                  <a:srgbClr val="3A74B8"/>
                </a:solidFill>
                <a:latin typeface="Arial" panose="020B0604020202020204"/>
                <a:ea typeface="+mn-ea"/>
                <a:cs typeface="Arial" panose="020B0604020202020204"/>
              </a:rPr>
              <a:t> </a:t>
            </a:r>
            <a:r>
              <a:rPr kumimoji="0" sz="1600" b="1" kern="1200" cap="none" spc="-35" normalizeH="0" baseline="0" noProof="0" dirty="0">
                <a:solidFill>
                  <a:srgbClr val="3A74B8"/>
                </a:solidFill>
                <a:latin typeface="Arial" panose="020B0604020202020204"/>
                <a:ea typeface="+mn-ea"/>
                <a:cs typeface="Arial" panose="020B0604020202020204"/>
              </a:rPr>
              <a:t>s</a:t>
            </a:r>
            <a:r>
              <a:rPr kumimoji="0" sz="1600" b="1" kern="1200" cap="none" spc="50" normalizeH="0" baseline="0" noProof="0" dirty="0">
                <a:solidFill>
                  <a:srgbClr val="3A74B8"/>
                </a:solidFill>
                <a:latin typeface="Arial" panose="020B0604020202020204"/>
                <a:ea typeface="+mn-ea"/>
                <a:cs typeface="Arial" panose="020B0604020202020204"/>
              </a:rPr>
              <a:t>egmentat</a:t>
            </a:r>
            <a:r>
              <a:rPr kumimoji="0" sz="1600" b="1" kern="1200" cap="none" spc="160" normalizeH="0" baseline="0" noProof="0" dirty="0">
                <a:solidFill>
                  <a:srgbClr val="3A74B8"/>
                </a:solidFill>
                <a:latin typeface="Arial" panose="020B0604020202020204"/>
                <a:ea typeface="+mn-ea"/>
                <a:cs typeface="Arial" panose="020B0604020202020204"/>
              </a:rPr>
              <a:t>i</a:t>
            </a:r>
            <a:r>
              <a:rPr kumimoji="0" sz="1600" b="1" kern="1200" cap="none" spc="-20" normalizeH="0" baseline="0" noProof="0" dirty="0">
                <a:solidFill>
                  <a:srgbClr val="3A74B8"/>
                </a:solidFill>
                <a:latin typeface="Arial" panose="020B0604020202020204"/>
                <a:ea typeface="+mn-ea"/>
                <a:cs typeface="Arial" panose="020B0604020202020204"/>
              </a:rPr>
              <a:t>on</a:t>
            </a:r>
            <a:r>
              <a:rPr kumimoji="0" sz="1600" b="1" kern="1200" cap="none" spc="90" normalizeH="0" baseline="0" noProof="0" dirty="0">
                <a:solidFill>
                  <a:srgbClr val="3A74B8"/>
                </a:solidFill>
                <a:latin typeface="Arial" panose="020B0604020202020204"/>
                <a:ea typeface="+mn-ea"/>
                <a:cs typeface="Arial" panose="020B0604020202020204"/>
              </a:rPr>
              <a:t> </a:t>
            </a:r>
            <a:r>
              <a:rPr kumimoji="0" sz="1600" b="1" kern="1200" cap="none" spc="0" normalizeH="0" baseline="0" noProof="0" dirty="0">
                <a:solidFill>
                  <a:srgbClr val="3A74B8"/>
                </a:solidFill>
                <a:latin typeface="Arial" panose="020B0604020202020204"/>
                <a:ea typeface="+mn-ea"/>
                <a:cs typeface="Arial" panose="020B0604020202020204"/>
              </a:rPr>
              <a:t>Model</a:t>
            </a:r>
            <a:endParaRPr kumimoji="0" sz="1600" kern="1200" cap="none" spc="0" normalizeH="0" baseline="0" noProof="0">
              <a:latin typeface="Arial" panose="020B0604020202020204"/>
              <a:ea typeface="+mn-ea"/>
              <a:cs typeface="Arial" panose="020B0604020202020204"/>
            </a:endParaRPr>
          </a:p>
        </p:txBody>
      </p:sp>
      <p:sp>
        <p:nvSpPr>
          <p:cNvPr id="8" name="object 8"/>
          <p:cNvSpPr txBox="1"/>
          <p:nvPr/>
        </p:nvSpPr>
        <p:spPr>
          <a:xfrm>
            <a:off x="5730875" y="4157980"/>
            <a:ext cx="3789045" cy="245745"/>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1600" b="1" kern="1200" cap="none" spc="-25" normalizeH="0" baseline="0" noProof="0" dirty="0">
                <a:solidFill>
                  <a:srgbClr val="2FA5DD"/>
                </a:solidFill>
                <a:latin typeface="Arial" panose="020B0604020202020204"/>
                <a:ea typeface="+mn-ea"/>
                <a:cs typeface="Arial" panose="020B0604020202020204"/>
              </a:rPr>
              <a:t>Prov</a:t>
            </a:r>
            <a:r>
              <a:rPr kumimoji="0" sz="1600" b="1" kern="1200" cap="none" spc="-70" normalizeH="0" baseline="0" noProof="0" dirty="0">
                <a:solidFill>
                  <a:srgbClr val="2FA5DD"/>
                </a:solidFill>
                <a:latin typeface="Arial" panose="020B0604020202020204"/>
                <a:ea typeface="+mn-ea"/>
                <a:cs typeface="Arial" panose="020B0604020202020204"/>
              </a:rPr>
              <a:t>i</a:t>
            </a:r>
            <a:r>
              <a:rPr kumimoji="0" sz="1600" b="1" kern="1200" cap="none" spc="40" normalizeH="0" baseline="0" noProof="0" dirty="0">
                <a:solidFill>
                  <a:srgbClr val="2FA5DD"/>
                </a:solidFill>
                <a:latin typeface="Arial" panose="020B0604020202020204"/>
                <a:ea typeface="+mn-ea"/>
                <a:cs typeface="Arial" panose="020B0604020202020204"/>
              </a:rPr>
              <a:t>de</a:t>
            </a:r>
            <a:r>
              <a:rPr kumimoji="0" sz="1600" b="1" kern="1200" cap="none" spc="55" normalizeH="0" baseline="0" noProof="0" dirty="0">
                <a:solidFill>
                  <a:srgbClr val="2FA5DD"/>
                </a:solidFill>
                <a:latin typeface="Arial" panose="020B0604020202020204"/>
                <a:ea typeface="+mn-ea"/>
                <a:cs typeface="Arial" panose="020B0604020202020204"/>
              </a:rPr>
              <a:t> </a:t>
            </a:r>
            <a:r>
              <a:rPr kumimoji="0" sz="1600" b="1" kern="1200" cap="none" spc="10" normalizeH="0" baseline="0" noProof="0" dirty="0">
                <a:solidFill>
                  <a:srgbClr val="2FA5DD"/>
                </a:solidFill>
                <a:latin typeface="Arial" panose="020B0604020202020204"/>
                <a:ea typeface="+mn-ea"/>
                <a:cs typeface="Arial" panose="020B0604020202020204"/>
              </a:rPr>
              <a:t>Ins</a:t>
            </a:r>
            <a:r>
              <a:rPr kumimoji="0" sz="1600" b="1" kern="1200" cap="none" spc="-80" normalizeH="0" baseline="0" noProof="0" dirty="0">
                <a:solidFill>
                  <a:srgbClr val="2FA5DD"/>
                </a:solidFill>
                <a:latin typeface="Arial" panose="020B0604020202020204"/>
                <a:ea typeface="+mn-ea"/>
                <a:cs typeface="Arial" panose="020B0604020202020204"/>
              </a:rPr>
              <a:t>i</a:t>
            </a:r>
            <a:r>
              <a:rPr kumimoji="0" sz="1600" b="1" kern="1200" cap="none" spc="20" normalizeH="0" baseline="0" noProof="0" dirty="0">
                <a:solidFill>
                  <a:srgbClr val="2FA5DD"/>
                </a:solidFill>
                <a:latin typeface="Arial" panose="020B0604020202020204"/>
                <a:ea typeface="+mn-ea"/>
                <a:cs typeface="Arial" panose="020B0604020202020204"/>
              </a:rPr>
              <a:t>ghts</a:t>
            </a:r>
            <a:r>
              <a:rPr kumimoji="0" sz="1600" b="1" kern="1200" cap="none" spc="-85" normalizeH="0" baseline="0" noProof="0" dirty="0">
                <a:solidFill>
                  <a:srgbClr val="2FA5DD"/>
                </a:solidFill>
                <a:latin typeface="Arial" panose="020B0604020202020204"/>
                <a:ea typeface="+mn-ea"/>
                <a:cs typeface="Arial" panose="020B0604020202020204"/>
              </a:rPr>
              <a:t> </a:t>
            </a:r>
            <a:r>
              <a:rPr kumimoji="0" sz="1600" b="1" kern="1200" cap="none" spc="-45" normalizeH="0" baseline="0" noProof="0" dirty="0">
                <a:solidFill>
                  <a:srgbClr val="2FA5DD"/>
                </a:solidFill>
                <a:latin typeface="Arial" panose="020B0604020202020204"/>
                <a:ea typeface="+mn-ea"/>
                <a:cs typeface="Arial" panose="020B0604020202020204"/>
              </a:rPr>
              <a:t>for</a:t>
            </a:r>
            <a:r>
              <a:rPr kumimoji="0" sz="1600" b="1" kern="1200" cap="none" spc="105" normalizeH="0" baseline="0" noProof="0" dirty="0">
                <a:solidFill>
                  <a:srgbClr val="2FA5DD"/>
                </a:solidFill>
                <a:latin typeface="Arial" panose="020B0604020202020204"/>
                <a:ea typeface="+mn-ea"/>
                <a:cs typeface="Arial" panose="020B0604020202020204"/>
              </a:rPr>
              <a:t> </a:t>
            </a:r>
            <a:r>
              <a:rPr kumimoji="0" sz="1600" b="1" kern="1200" cap="none" spc="5" normalizeH="0" baseline="0" noProof="0" dirty="0">
                <a:solidFill>
                  <a:srgbClr val="2FA5DD"/>
                </a:solidFill>
                <a:latin typeface="Arial" panose="020B0604020202020204"/>
                <a:ea typeface="+mn-ea"/>
                <a:cs typeface="Arial" panose="020B0604020202020204"/>
              </a:rPr>
              <a:t>Personallzat</a:t>
            </a:r>
            <a:r>
              <a:rPr kumimoji="0" sz="1600" b="1" kern="1200" cap="none" spc="45" normalizeH="0" baseline="0" noProof="0" dirty="0">
                <a:solidFill>
                  <a:srgbClr val="2FA5DD"/>
                </a:solidFill>
                <a:latin typeface="Arial" panose="020B0604020202020204"/>
                <a:ea typeface="+mn-ea"/>
                <a:cs typeface="Arial" panose="020B0604020202020204"/>
              </a:rPr>
              <a:t>l</a:t>
            </a:r>
            <a:r>
              <a:rPr kumimoji="0" sz="1600" b="1" kern="1200" cap="none" spc="25" normalizeH="0" baseline="0" noProof="0" dirty="0">
                <a:solidFill>
                  <a:srgbClr val="2FA5DD"/>
                </a:solidFill>
                <a:latin typeface="Arial" panose="020B0604020202020204"/>
                <a:ea typeface="+mn-ea"/>
                <a:cs typeface="Arial" panose="020B0604020202020204"/>
              </a:rPr>
              <a:t>on</a:t>
            </a:r>
            <a:endParaRPr kumimoji="0" sz="1600" kern="1200" cap="none" spc="0" normalizeH="0" baseline="0" noProof="0">
              <a:latin typeface="Arial" panose="020B0604020202020204"/>
              <a:ea typeface="+mn-ea"/>
              <a:cs typeface="Arial" panose="020B0604020202020204"/>
            </a:endParaRPr>
          </a:p>
        </p:txBody>
      </p:sp>
      <p:sp>
        <p:nvSpPr>
          <p:cNvPr id="9" name="object 9"/>
          <p:cNvSpPr txBox="1"/>
          <p:nvPr/>
        </p:nvSpPr>
        <p:spPr>
          <a:xfrm>
            <a:off x="892175" y="4711700"/>
            <a:ext cx="3725863" cy="1802765"/>
          </a:xfrm>
          <a:prstGeom prst="rect">
            <a:avLst/>
          </a:prstGeom>
        </p:spPr>
        <p:txBody>
          <a:bodyPr vert="horz" wrap="square" lIns="0" tIns="0" rIns="0" bIns="0" rtlCol="0">
            <a:spAutoFit/>
          </a:bodyPr>
          <a:p>
            <a:pPr marL="269875" indent="-257175" algn="ctr" eaLnBrk="1" hangingPunct="1">
              <a:lnSpc>
                <a:spcPct val="123000"/>
              </a:lnSpc>
              <a:buNone/>
            </a:pPr>
            <a:r>
              <a:rPr lang="zh-CN" altLang="x-none" sz="1600">
                <a:solidFill>
                  <a:srgbClr val="524B57"/>
                </a:solidFill>
                <a:latin typeface="Times New Roman" panose="02020603050405020304" pitchFamily="18" charset="0"/>
                <a:cs typeface="Times New Roman" panose="02020603050405020304" pitchFamily="18" charset="0"/>
              </a:rPr>
              <a:t>This project implements a machine learning-based seg</a:t>
            </a:r>
            <a:r>
              <a:rPr lang="en-US" altLang="zh-CN" sz="1600">
                <a:solidFill>
                  <a:srgbClr val="524B57"/>
                </a:solidFill>
                <a:latin typeface="Times New Roman" panose="02020603050405020304" pitchFamily="18" charset="0"/>
                <a:cs typeface="Times New Roman" panose="02020603050405020304" pitchFamily="18" charset="0"/>
              </a:rPr>
              <a:t>m</a:t>
            </a:r>
            <a:r>
              <a:rPr lang="zh-CN" altLang="x-none" sz="1600">
                <a:solidFill>
                  <a:srgbClr val="524B57"/>
                </a:solidFill>
                <a:latin typeface="Times New Roman" panose="02020603050405020304" pitchFamily="18" charset="0"/>
                <a:cs typeface="Times New Roman" panose="02020603050405020304" pitchFamily="18" charset="0"/>
              </a:rPr>
              <a:t>entation model using KNN</a:t>
            </a:r>
            <a:r>
              <a:rPr lang="zh-CN" altLang="x-none" sz="1600">
                <a:solidFill>
                  <a:srgbClr val="7B727E"/>
                </a:solidFill>
                <a:latin typeface="Times New Roman" panose="02020603050405020304" pitchFamily="18" charset="0"/>
                <a:cs typeface="Times New Roman" panose="02020603050405020304" pitchFamily="18" charset="0"/>
              </a:rPr>
              <a:t>,</a:t>
            </a:r>
            <a:r>
              <a:rPr lang="zh-CN" altLang="x-none" sz="1600">
                <a:solidFill>
                  <a:srgbClr val="524B57"/>
                </a:solidFill>
                <a:latin typeface="Times New Roman" panose="02020603050405020304" pitchFamily="18" charset="0"/>
                <a:cs typeface="Times New Roman" panose="02020603050405020304" pitchFamily="18" charset="0"/>
              </a:rPr>
              <a:t>SVM</a:t>
            </a:r>
            <a:r>
              <a:rPr lang="zh-CN" altLang="x-none" sz="1600">
                <a:solidFill>
                  <a:srgbClr val="7B727E"/>
                </a:solidFill>
                <a:latin typeface="Times New Roman" panose="02020603050405020304" pitchFamily="18" charset="0"/>
                <a:cs typeface="Times New Roman" panose="02020603050405020304" pitchFamily="18" charset="0"/>
              </a:rPr>
              <a:t>,</a:t>
            </a:r>
            <a:r>
              <a:rPr lang="zh-CN" altLang="x-none" sz="1600">
                <a:solidFill>
                  <a:srgbClr val="524B57"/>
                </a:solidFill>
                <a:latin typeface="Times New Roman" panose="02020603050405020304" pitchFamily="18" charset="0"/>
                <a:cs typeface="Times New Roman" panose="02020603050405020304" pitchFamily="18" charset="0"/>
              </a:rPr>
              <a:t>and Random Forest to categorize users based on</a:t>
            </a:r>
            <a:endParaRPr lang="zh-CN" altLang="x-none" sz="1600" dirty="0">
              <a:latin typeface="Times New Roman" panose="02020603050405020304" pitchFamily="18" charset="0"/>
              <a:cs typeface="Times New Roman" panose="02020603050405020304" pitchFamily="18" charset="0"/>
            </a:endParaRPr>
          </a:p>
          <a:p>
            <a:pPr marL="269875" indent="-257175" algn="ctr" eaLnBrk="1" hangingPunct="1">
              <a:spcBef>
                <a:spcPts val="315"/>
              </a:spcBef>
              <a:buNone/>
            </a:pPr>
            <a:r>
              <a:rPr lang="zh-CN" altLang="x-none" sz="1600">
                <a:solidFill>
                  <a:srgbClr val="524B57"/>
                </a:solidFill>
                <a:latin typeface="Times New Roman" panose="02020603050405020304" pitchFamily="18" charset="0"/>
                <a:cs typeface="Times New Roman" panose="02020603050405020304" pitchFamily="18" charset="0"/>
              </a:rPr>
              <a:t>viewing behavior for personalized OTT</a:t>
            </a:r>
            <a:endParaRPr lang="zh-CN" altLang="x-none" sz="1600" dirty="0">
              <a:latin typeface="Times New Roman" panose="02020603050405020304" pitchFamily="18" charset="0"/>
              <a:cs typeface="Times New Roman" panose="02020603050405020304" pitchFamily="18" charset="0"/>
            </a:endParaRPr>
          </a:p>
          <a:p>
            <a:pPr marL="269875" indent="-257175" algn="ctr" eaLnBrk="1" hangingPunct="1">
              <a:spcBef>
                <a:spcPts val="465"/>
              </a:spcBef>
              <a:buNone/>
            </a:pPr>
            <a:r>
              <a:rPr lang="zh-CN" altLang="x-none" sz="1600">
                <a:solidFill>
                  <a:srgbClr val="524B57"/>
                </a:solidFill>
                <a:latin typeface="Times New Roman" panose="02020603050405020304" pitchFamily="18" charset="0"/>
                <a:cs typeface="Times New Roman" panose="02020603050405020304" pitchFamily="18" charset="0"/>
              </a:rPr>
              <a:t>experiences</a:t>
            </a:r>
            <a:r>
              <a:rPr lang="zh-CN" altLang="x-none" sz="1600">
                <a:solidFill>
                  <a:srgbClr val="344B6E"/>
                </a:solidFill>
                <a:latin typeface="Times New Roman" panose="02020603050405020304" pitchFamily="18" charset="0"/>
                <a:cs typeface="Times New Roman" panose="02020603050405020304" pitchFamily="18" charset="0"/>
              </a:rPr>
              <a:t>.</a:t>
            </a:r>
            <a:endParaRPr lang="zh-CN" altLang="x-none" sz="1600" dirty="0">
              <a:latin typeface="Times New Roman" panose="02020603050405020304" pitchFamily="18" charset="0"/>
              <a:ea typeface="Times New Roman" panose="02020603050405020304" pitchFamily="18" charset="0"/>
            </a:endParaRPr>
          </a:p>
        </p:txBody>
      </p:sp>
      <p:sp>
        <p:nvSpPr>
          <p:cNvPr id="10" name="object 10"/>
          <p:cNvSpPr txBox="1"/>
          <p:nvPr/>
        </p:nvSpPr>
        <p:spPr>
          <a:xfrm>
            <a:off x="5407025" y="4711700"/>
            <a:ext cx="3667125" cy="1513205"/>
          </a:xfrm>
          <a:prstGeom prst="rect">
            <a:avLst/>
          </a:prstGeom>
        </p:spPr>
        <p:txBody>
          <a:bodyPr vert="horz" wrap="square" lIns="0" tIns="0" rIns="0" bIns="0" rtlCol="0">
            <a:spAutoFit/>
          </a:bodyPr>
          <a:p>
            <a:pPr marL="12700" indent="6350" algn="ctr" eaLnBrk="1" hangingPunct="1">
              <a:lnSpc>
                <a:spcPct val="123000"/>
              </a:lnSpc>
              <a:buNone/>
            </a:pPr>
            <a:r>
              <a:rPr lang="zh-CN" altLang="x-none" sz="1600">
                <a:solidFill>
                  <a:srgbClr val="524B57"/>
                </a:solidFill>
                <a:latin typeface="Times New Roman" panose="02020603050405020304" pitchFamily="18" charset="0"/>
                <a:cs typeface="Times New Roman" panose="02020603050405020304" pitchFamily="18" charset="0"/>
              </a:rPr>
              <a:t>Seg</a:t>
            </a:r>
            <a:r>
              <a:rPr lang="en-US" altLang="zh-CN" sz="1600">
                <a:solidFill>
                  <a:srgbClr val="524B57"/>
                </a:solidFill>
                <a:latin typeface="Times New Roman" panose="02020603050405020304" pitchFamily="18" charset="0"/>
                <a:cs typeface="Times New Roman" panose="02020603050405020304" pitchFamily="18" charset="0"/>
              </a:rPr>
              <a:t>m</a:t>
            </a:r>
            <a:r>
              <a:rPr lang="zh-CN" altLang="x-none" sz="1600">
                <a:solidFill>
                  <a:srgbClr val="524B57"/>
                </a:solidFill>
                <a:latin typeface="Times New Roman" panose="02020603050405020304" pitchFamily="18" charset="0"/>
                <a:cs typeface="Times New Roman" panose="02020603050405020304" pitchFamily="18" charset="0"/>
              </a:rPr>
              <a:t>ented user data enables personalized content</a:t>
            </a:r>
            <a:r>
              <a:rPr lang="zh-CN" altLang="x-none" sz="1600">
                <a:solidFill>
                  <a:srgbClr val="7B727E"/>
                </a:solidFill>
                <a:latin typeface="Times New Roman" panose="02020603050405020304" pitchFamily="18" charset="0"/>
                <a:cs typeface="Times New Roman" panose="02020603050405020304" pitchFamily="18" charset="0"/>
              </a:rPr>
              <a:t>,</a:t>
            </a:r>
            <a:r>
              <a:rPr lang="zh-CN" altLang="x-none" sz="1600">
                <a:solidFill>
                  <a:srgbClr val="524B57"/>
                </a:solidFill>
                <a:latin typeface="Times New Roman" panose="02020603050405020304" pitchFamily="18" charset="0"/>
                <a:cs typeface="Times New Roman" panose="02020603050405020304" pitchFamily="18" charset="0"/>
              </a:rPr>
              <a:t>targeted advertising, and optimized subscriptions, enhancing engagement, reducing churn, and improving ad conversion rates for OTT platforms.</a:t>
            </a:r>
            <a:endParaRPr lang="zh-CN" altLang="x-none" sz="16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554" name="object 2"/>
          <p:cNvSpPr/>
          <p:nvPr/>
        </p:nvSpPr>
        <p:spPr>
          <a:xfrm>
            <a:off x="1066800" y="1162050"/>
            <a:ext cx="8858250" cy="62865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23555" name="object 3"/>
          <p:cNvSpPr/>
          <p:nvPr/>
        </p:nvSpPr>
        <p:spPr>
          <a:xfrm>
            <a:off x="2438400" y="3752850"/>
            <a:ext cx="1066800" cy="1314450"/>
          </a:xfrm>
          <a:prstGeom prst="rect">
            <a:avLst/>
          </a:prstGeom>
          <a:blipFill rotWithShape="1">
            <a:blip r:embed="rId2"/>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23556" name="object 4"/>
          <p:cNvSpPr/>
          <p:nvPr/>
        </p:nvSpPr>
        <p:spPr>
          <a:xfrm>
            <a:off x="114300" y="5867400"/>
            <a:ext cx="8839200" cy="609600"/>
          </a:xfrm>
          <a:prstGeom prst="rect">
            <a:avLst/>
          </a:prstGeom>
          <a:blipFill rotWithShape="1">
            <a:blip r:embed="rId3"/>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23557" name="object 5"/>
          <p:cNvSpPr/>
          <p:nvPr/>
        </p:nvSpPr>
        <p:spPr>
          <a:xfrm>
            <a:off x="1304925" y="4038600"/>
            <a:ext cx="0" cy="742950"/>
          </a:xfrm>
          <a:custGeom>
            <a:avLst/>
            <a:gdLst/>
            <a:ahLst/>
            <a:cxnLst/>
            <a:pathLst>
              <a:path h="742950">
                <a:moveTo>
                  <a:pt x="0" y="742950"/>
                </a:moveTo>
                <a:lnTo>
                  <a:pt x="0" y="0"/>
                </a:lnTo>
              </a:path>
            </a:pathLst>
          </a:custGeom>
          <a:noFill/>
          <a:ln w="9525" cap="flat" cmpd="sng">
            <a:solidFill>
              <a:srgbClr val="A0AFD4">
                <a:alpha val="100000"/>
              </a:srgbClr>
            </a:solidFill>
            <a:prstDash val="solid"/>
            <a:headEnd type="none" w="med" len="med"/>
            <a:tailEnd type="none" w="med" len="med"/>
          </a:ln>
        </p:spPr>
        <p:txBody>
          <a:bodyPr/>
          <a:p>
            <a:endParaRPr lang="en-US"/>
          </a:p>
        </p:txBody>
      </p:sp>
      <p:sp>
        <p:nvSpPr>
          <p:cNvPr id="23558" name="object 6"/>
          <p:cNvSpPr/>
          <p:nvPr/>
        </p:nvSpPr>
        <p:spPr>
          <a:xfrm>
            <a:off x="2257425" y="4038600"/>
            <a:ext cx="0" cy="742950"/>
          </a:xfrm>
          <a:custGeom>
            <a:avLst/>
            <a:gdLst/>
            <a:ahLst/>
            <a:cxnLst/>
            <a:pathLst>
              <a:path h="742950">
                <a:moveTo>
                  <a:pt x="0" y="742950"/>
                </a:moveTo>
                <a:lnTo>
                  <a:pt x="0" y="0"/>
                </a:lnTo>
              </a:path>
            </a:pathLst>
          </a:custGeom>
          <a:noFill/>
          <a:ln w="9525" cap="flat" cmpd="sng">
            <a:solidFill>
              <a:srgbClr val="A0B8D8">
                <a:alpha val="100000"/>
              </a:srgbClr>
            </a:solidFill>
            <a:prstDash val="solid"/>
            <a:headEnd type="none" w="med" len="med"/>
            <a:tailEnd type="none" w="med" len="med"/>
          </a:ln>
        </p:spPr>
        <p:txBody>
          <a:bodyPr/>
          <a:p>
            <a:endParaRPr lang="en-US"/>
          </a:p>
        </p:txBody>
      </p:sp>
      <p:sp>
        <p:nvSpPr>
          <p:cNvPr id="23559" name="object 7"/>
          <p:cNvSpPr/>
          <p:nvPr/>
        </p:nvSpPr>
        <p:spPr>
          <a:xfrm>
            <a:off x="1524000" y="3781425"/>
            <a:ext cx="533400" cy="0"/>
          </a:xfrm>
          <a:custGeom>
            <a:avLst/>
            <a:gdLst/>
            <a:ahLst/>
            <a:cxnLst/>
            <a:pathLst>
              <a:path w="533400">
                <a:moveTo>
                  <a:pt x="0" y="0"/>
                </a:moveTo>
                <a:lnTo>
                  <a:pt x="533400" y="0"/>
                </a:lnTo>
              </a:path>
            </a:pathLst>
          </a:custGeom>
          <a:noFill/>
          <a:ln w="9525" cap="flat" cmpd="sng">
            <a:solidFill>
              <a:srgbClr val="6B9CCC">
                <a:alpha val="100000"/>
              </a:srgbClr>
            </a:solidFill>
            <a:prstDash val="solid"/>
            <a:headEnd type="none" w="med" len="med"/>
            <a:tailEnd type="none" w="med" len="med"/>
          </a:ln>
        </p:spPr>
        <p:txBody>
          <a:bodyPr/>
          <a:p>
            <a:endParaRPr lang="en-US"/>
          </a:p>
        </p:txBody>
      </p:sp>
      <p:sp>
        <p:nvSpPr>
          <p:cNvPr id="8" name="object 8"/>
          <p:cNvSpPr txBox="1"/>
          <p:nvPr/>
        </p:nvSpPr>
        <p:spPr>
          <a:xfrm>
            <a:off x="1568450" y="4008438"/>
            <a:ext cx="503238" cy="9398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7200" u="sng" kern="1200" cap="none" spc="-245" normalizeH="0" baseline="0" noProof="0" dirty="0">
                <a:solidFill>
                  <a:srgbClr val="8AAED6"/>
                </a:solidFill>
                <a:latin typeface="Arial" panose="020B0604020202020204"/>
                <a:ea typeface="+mn-ea"/>
                <a:cs typeface="Arial" panose="020B0604020202020204"/>
              </a:rPr>
              <a:t>0</a:t>
            </a:r>
            <a:endParaRPr kumimoji="0" sz="7200" kern="1200" cap="none" spc="0" normalizeH="0" baseline="0" noProof="0">
              <a:latin typeface="Arial" panose="020B0604020202020204"/>
              <a:ea typeface="+mn-ea"/>
              <a:cs typeface="Arial" panose="020B0604020202020204"/>
            </a:endParaRPr>
          </a:p>
        </p:txBody>
      </p:sp>
      <p:sp>
        <p:nvSpPr>
          <p:cNvPr id="9" name="object 9"/>
          <p:cNvSpPr txBox="1"/>
          <p:nvPr/>
        </p:nvSpPr>
        <p:spPr>
          <a:xfrm>
            <a:off x="4044950" y="3484880"/>
            <a:ext cx="4604385" cy="338455"/>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2200" kern="1200" cap="none" spc="-285" normalizeH="0" baseline="0" noProof="0" dirty="0">
                <a:solidFill>
                  <a:srgbClr val="3A72B8"/>
                </a:solidFill>
                <a:latin typeface="Arial Black" panose="020B0A04020102020204" charset="0"/>
                <a:ea typeface="+mn-ea"/>
                <a:cs typeface="Arial Black" panose="020B0A04020102020204" charset="0"/>
              </a:rPr>
              <a:t>P</a:t>
            </a:r>
            <a:r>
              <a:rPr kumimoji="0" sz="2200" kern="1200" cap="none" spc="235" normalizeH="0" baseline="0" noProof="0" dirty="0">
                <a:solidFill>
                  <a:srgbClr val="3A72B8"/>
                </a:solidFill>
                <a:latin typeface="Arial Black" panose="020B0A04020102020204" charset="0"/>
                <a:ea typeface="+mn-ea"/>
                <a:cs typeface="Arial Black" panose="020B0A04020102020204" charset="0"/>
              </a:rPr>
              <a:t>yt</a:t>
            </a:r>
            <a:r>
              <a:rPr kumimoji="0" sz="2200" kern="1200" cap="none" spc="305" normalizeH="0" baseline="0" noProof="0" dirty="0">
                <a:solidFill>
                  <a:srgbClr val="3A72B8"/>
                </a:solidFill>
                <a:latin typeface="Arial Black" panose="020B0A04020102020204" charset="0"/>
                <a:ea typeface="+mn-ea"/>
                <a:cs typeface="Arial Black" panose="020B0A04020102020204" charset="0"/>
              </a:rPr>
              <a:t>h</a:t>
            </a:r>
            <a:r>
              <a:rPr kumimoji="0" sz="2200" kern="1200" cap="none" spc="195" normalizeH="0" baseline="0" noProof="0" dirty="0">
                <a:solidFill>
                  <a:srgbClr val="3A72B8"/>
                </a:solidFill>
                <a:latin typeface="Arial Black" panose="020B0A04020102020204" charset="0"/>
                <a:ea typeface="+mn-ea"/>
                <a:cs typeface="Arial Black" panose="020B0A04020102020204" charset="0"/>
              </a:rPr>
              <a:t>on</a:t>
            </a:r>
            <a:r>
              <a:rPr kumimoji="0" sz="2200" kern="1200" cap="none" spc="75" normalizeH="0" baseline="0" noProof="0" dirty="0">
                <a:solidFill>
                  <a:srgbClr val="3A72B8"/>
                </a:solidFill>
                <a:latin typeface="Arial Black" panose="020B0A04020102020204" charset="0"/>
                <a:ea typeface="+mn-ea"/>
                <a:cs typeface="Arial Black" panose="020B0A04020102020204" charset="0"/>
              </a:rPr>
              <a:t> </a:t>
            </a:r>
            <a:r>
              <a:rPr kumimoji="0" sz="2200" kern="1200" cap="none" spc="145" normalizeH="0" baseline="0" noProof="0" dirty="0">
                <a:solidFill>
                  <a:srgbClr val="3A72B8"/>
                </a:solidFill>
                <a:latin typeface="Arial Black" panose="020B0A04020102020204" charset="0"/>
                <a:ea typeface="+mn-ea"/>
                <a:cs typeface="Arial Black" panose="020B0A04020102020204" charset="0"/>
              </a:rPr>
              <a:t>Packa</a:t>
            </a:r>
            <a:r>
              <a:rPr kumimoji="0" sz="2200" kern="1200" cap="none" spc="105" normalizeH="0" baseline="0" noProof="0" dirty="0">
                <a:solidFill>
                  <a:srgbClr val="3A72B8"/>
                </a:solidFill>
                <a:latin typeface="Arial Black" panose="020B0A04020102020204" charset="0"/>
                <a:ea typeface="+mn-ea"/>
                <a:cs typeface="Arial Black" panose="020B0A04020102020204" charset="0"/>
              </a:rPr>
              <a:t>g</a:t>
            </a:r>
            <a:r>
              <a:rPr kumimoji="0" sz="2200" kern="1200" cap="none" spc="100" normalizeH="0" baseline="0" noProof="0" dirty="0">
                <a:solidFill>
                  <a:srgbClr val="3A72B8"/>
                </a:solidFill>
                <a:latin typeface="Arial Black" panose="020B0A04020102020204" charset="0"/>
                <a:ea typeface="+mn-ea"/>
                <a:cs typeface="Arial Black" panose="020B0A04020102020204" charset="0"/>
              </a:rPr>
              <a:t>es</a:t>
            </a:r>
            <a:r>
              <a:rPr kumimoji="0" sz="2200" kern="1200" cap="none" spc="5" normalizeH="0" baseline="0" noProof="0" dirty="0">
                <a:solidFill>
                  <a:srgbClr val="3A72B8"/>
                </a:solidFill>
                <a:latin typeface="Arial Black" panose="020B0A04020102020204" charset="0"/>
                <a:ea typeface="+mn-ea"/>
                <a:cs typeface="Arial Black" panose="020B0A04020102020204" charset="0"/>
              </a:rPr>
              <a:t> </a:t>
            </a:r>
            <a:r>
              <a:rPr kumimoji="0" sz="2200" kern="1200" cap="none" spc="-165" normalizeH="0" baseline="0" noProof="0" dirty="0">
                <a:solidFill>
                  <a:srgbClr val="3A72B8"/>
                </a:solidFill>
                <a:latin typeface="Arial Black" panose="020B0A04020102020204" charset="0"/>
                <a:ea typeface="+mn-ea"/>
                <a:cs typeface="Arial Black" panose="020B0A04020102020204" charset="0"/>
              </a:rPr>
              <a:t>U</a:t>
            </a:r>
            <a:r>
              <a:rPr kumimoji="0" sz="2200" kern="1200" cap="none" spc="95" normalizeH="0" baseline="0" noProof="0" dirty="0">
                <a:solidFill>
                  <a:srgbClr val="3A72B8"/>
                </a:solidFill>
                <a:latin typeface="Arial Black" panose="020B0A04020102020204" charset="0"/>
                <a:ea typeface="+mn-ea"/>
                <a:cs typeface="Arial Black" panose="020B0A04020102020204" charset="0"/>
              </a:rPr>
              <a:t>s</a:t>
            </a:r>
            <a:r>
              <a:rPr kumimoji="0" sz="2200" kern="1200" cap="none" spc="204" normalizeH="0" baseline="0" noProof="0" dirty="0">
                <a:solidFill>
                  <a:srgbClr val="3A72B8"/>
                </a:solidFill>
                <a:latin typeface="Arial Black" panose="020B0A04020102020204" charset="0"/>
                <a:ea typeface="+mn-ea"/>
                <a:cs typeface="Arial Black" panose="020B0A04020102020204" charset="0"/>
              </a:rPr>
              <a:t>ed</a:t>
            </a:r>
            <a:endParaRPr kumimoji="0" sz="2200" kern="1200" cap="none" spc="0" normalizeH="0" baseline="0" noProof="0">
              <a:latin typeface="Arial Black" panose="020B0A04020102020204" charset="0"/>
              <a:ea typeface="+mn-ea"/>
              <a:cs typeface="Arial Black" panose="020B0A040201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5602" name="object 2"/>
          <p:cNvSpPr/>
          <p:nvPr/>
        </p:nvSpPr>
        <p:spPr>
          <a:xfrm>
            <a:off x="5962650" y="1676400"/>
            <a:ext cx="2895600" cy="468630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4" name="object 4"/>
          <p:cNvSpPr txBox="1">
            <a:spLocks noGrp="1"/>
          </p:cNvSpPr>
          <p:nvPr>
            <p:ph type="title"/>
          </p:nvPr>
        </p:nvSpPr>
        <p:spPr>
          <a:xfrm>
            <a:off x="533400" y="914400"/>
            <a:ext cx="9359900" cy="412750"/>
          </a:xfrm>
        </p:spPr>
        <p:txBody>
          <a:bodyPr vert="horz" wrap="square" lIns="0" tIns="89708" rIns="0" bIns="0" rtlCol="0">
            <a:spAutoFit/>
          </a:bodyPr>
          <a:lstStyle/>
          <a:p>
            <a:pPr marL="278765" marR="0" lvl="0" indent="0" defTabSz="914400" eaLnBrk="1" fontAlgn="auto" latinLnBrk="0" hangingPunct="1">
              <a:lnSpc>
                <a:spcPct val="100000"/>
              </a:lnSpc>
              <a:spcBef>
                <a:spcPts val="0"/>
              </a:spcBef>
              <a:spcAft>
                <a:spcPts val="0"/>
              </a:spcAft>
              <a:buClrTx/>
              <a:buSzTx/>
              <a:buFontTx/>
              <a:buNone/>
              <a:defRPr/>
            </a:pPr>
            <a:r>
              <a:rPr kumimoji="0" sz="2300" b="1" i="0" u="none" strike="noStrike" kern="0" cap="none" spc="-25" normalizeH="0" baseline="0" noProof="0" dirty="0">
                <a:ln>
                  <a:noFill/>
                </a:ln>
                <a:solidFill>
                  <a:srgbClr val="3A72B6"/>
                </a:solidFill>
                <a:effectLst/>
                <a:uLnTx/>
                <a:uFillTx/>
                <a:latin typeface="Arial" panose="020B0604020202020204"/>
                <a:ea typeface="+mj-ea"/>
                <a:cs typeface="Arial" panose="020B0604020202020204"/>
              </a:rPr>
              <a:t>LIB</a:t>
            </a:r>
            <a:r>
              <a:rPr kumimoji="0" sz="2300" b="1" i="0" u="none" strike="noStrike" kern="0" cap="none" spc="50" normalizeH="0" baseline="0" noProof="0" dirty="0">
                <a:ln>
                  <a:noFill/>
                </a:ln>
                <a:solidFill>
                  <a:srgbClr val="3A72B6"/>
                </a:solidFill>
                <a:effectLst/>
                <a:uLnTx/>
                <a:uFillTx/>
                <a:latin typeface="Arial" panose="020B0604020202020204"/>
                <a:ea typeface="+mj-ea"/>
                <a:cs typeface="Arial" panose="020B0604020202020204"/>
              </a:rPr>
              <a:t>R</a:t>
            </a:r>
            <a:r>
              <a:rPr kumimoji="0" sz="2300" b="1" i="0" u="none" strike="noStrike" kern="0" cap="none" spc="0" normalizeH="0" baseline="0" noProof="0" dirty="0">
                <a:ln>
                  <a:noFill/>
                </a:ln>
                <a:solidFill>
                  <a:srgbClr val="3A72B6"/>
                </a:solidFill>
                <a:effectLst/>
                <a:uLnTx/>
                <a:uFillTx/>
                <a:latin typeface="Arial" panose="020B0604020202020204"/>
                <a:ea typeface="+mj-ea"/>
                <a:cs typeface="Arial" panose="020B0604020202020204"/>
              </a:rPr>
              <a:t>AR</a:t>
            </a:r>
            <a:r>
              <a:rPr kumimoji="0" sz="2300" b="1" i="0" u="none" strike="noStrike" kern="0" cap="none" spc="-290" normalizeH="0" baseline="0" noProof="0" dirty="0">
                <a:ln>
                  <a:noFill/>
                </a:ln>
                <a:solidFill>
                  <a:srgbClr val="3A72B6"/>
                </a:solidFill>
                <a:effectLst/>
                <a:uLnTx/>
                <a:uFillTx/>
                <a:latin typeface="Arial" panose="020B0604020202020204"/>
                <a:ea typeface="+mj-ea"/>
                <a:cs typeface="Arial" panose="020B0604020202020204"/>
              </a:rPr>
              <a:t> </a:t>
            </a:r>
            <a:r>
              <a:rPr kumimoji="0" sz="2300" b="1" i="0" u="none" strike="noStrike" kern="0" cap="none" spc="180" normalizeH="0" baseline="0" noProof="0" dirty="0">
                <a:ln>
                  <a:noFill/>
                </a:ln>
                <a:solidFill>
                  <a:srgbClr val="3A72B6"/>
                </a:solidFill>
                <a:effectLst/>
                <a:uLnTx/>
                <a:uFillTx/>
                <a:latin typeface="Arial" panose="020B0604020202020204"/>
                <a:ea typeface="+mj-ea"/>
                <a:cs typeface="Arial" panose="020B0604020202020204"/>
              </a:rPr>
              <a:t>I</a:t>
            </a:r>
            <a:r>
              <a:rPr kumimoji="0" sz="2300" b="1" i="0" u="none" strike="noStrike" kern="0" cap="none" spc="-125" normalizeH="0" baseline="0" noProof="0" dirty="0">
                <a:ln>
                  <a:noFill/>
                </a:ln>
                <a:solidFill>
                  <a:srgbClr val="3A72B6"/>
                </a:solidFill>
                <a:effectLst/>
                <a:uLnTx/>
                <a:uFillTx/>
                <a:latin typeface="Arial" panose="020B0604020202020204"/>
                <a:ea typeface="+mj-ea"/>
                <a:cs typeface="Arial" panose="020B0604020202020204"/>
              </a:rPr>
              <a:t>E</a:t>
            </a:r>
            <a:r>
              <a:rPr kumimoji="0" sz="2300" b="1" i="0" u="none" strike="noStrike" kern="0" cap="none" spc="45" normalizeH="0" baseline="0" noProof="0" dirty="0">
                <a:ln>
                  <a:noFill/>
                </a:ln>
                <a:solidFill>
                  <a:srgbClr val="3A72B6"/>
                </a:solidFill>
                <a:effectLst/>
                <a:uLnTx/>
                <a:uFillTx/>
                <a:latin typeface="Arial" panose="020B0604020202020204"/>
                <a:ea typeface="+mj-ea"/>
                <a:cs typeface="Arial" panose="020B0604020202020204"/>
              </a:rPr>
              <a:t>S</a:t>
            </a:r>
            <a:r>
              <a:rPr kumimoji="0" sz="2300" b="1" i="0" u="none" strike="noStrike" kern="0" cap="none" spc="240" normalizeH="0" baseline="0" noProof="0" dirty="0">
                <a:ln>
                  <a:noFill/>
                </a:ln>
                <a:solidFill>
                  <a:srgbClr val="3A72B6"/>
                </a:solidFill>
                <a:effectLst/>
                <a:uLnTx/>
                <a:uFillTx/>
                <a:latin typeface="Arial" panose="020B0604020202020204"/>
                <a:ea typeface="+mj-ea"/>
                <a:cs typeface="Arial" panose="020B0604020202020204"/>
              </a:rPr>
              <a:t> </a:t>
            </a:r>
            <a:r>
              <a:rPr kumimoji="0" sz="2300" b="1" i="0" u="none" strike="noStrike" kern="0" cap="none" spc="95" normalizeH="0" baseline="0" noProof="0" dirty="0">
                <a:ln>
                  <a:noFill/>
                </a:ln>
                <a:solidFill>
                  <a:srgbClr val="3A72B6"/>
                </a:solidFill>
                <a:effectLst/>
                <a:uLnTx/>
                <a:uFillTx/>
                <a:latin typeface="Arial" panose="020B0604020202020204"/>
                <a:ea typeface="+mj-ea"/>
                <a:cs typeface="Arial" panose="020B0604020202020204"/>
              </a:rPr>
              <a:t>USED</a:t>
            </a:r>
            <a:endParaRPr kumimoji="0" sz="2300" b="1" i="0" u="none" strike="noStrike" kern="0" cap="none" spc="0" normalizeH="0" baseline="0" noProof="0">
              <a:ln>
                <a:noFill/>
              </a:ln>
              <a:solidFill>
                <a:srgbClr val="3A74B8"/>
              </a:solidFill>
              <a:effectLst/>
              <a:uLnTx/>
              <a:uFillTx/>
              <a:latin typeface="Arial" panose="020B0604020202020204"/>
              <a:ea typeface="+mj-ea"/>
              <a:cs typeface="Arial" panose="020B0604020202020204"/>
            </a:endParaRPr>
          </a:p>
        </p:txBody>
      </p:sp>
      <p:sp>
        <p:nvSpPr>
          <p:cNvPr id="5" name="object 5"/>
          <p:cNvSpPr txBox="1"/>
          <p:nvPr/>
        </p:nvSpPr>
        <p:spPr>
          <a:xfrm>
            <a:off x="2206625" y="2355850"/>
            <a:ext cx="1561465" cy="368935"/>
          </a:xfrm>
          <a:prstGeom prst="rect">
            <a:avLst/>
          </a:prstGeom>
          <a:solidFill>
            <a:srgbClr val="3F77B8"/>
          </a:solidFill>
        </p:spPr>
        <p:txBody>
          <a:bodyPr vert="horz" wrap="square" lIns="0" tIns="0" rIns="0" bIns="0" rtlCol="0">
            <a:spAutoFit/>
          </a:bodyPr>
          <a:lstStyle/>
          <a:p>
            <a:pPr marL="10795" marR="0" algn="ctr" defTabSz="914400" eaLnBrk="1" fontAlgn="auto" hangingPunct="1">
              <a:spcBef>
                <a:spcPts val="0"/>
              </a:spcBef>
              <a:spcAft>
                <a:spcPts val="0"/>
              </a:spcAft>
              <a:buClrTx/>
              <a:buSzTx/>
              <a:buFontTx/>
              <a:buNone/>
              <a:defRPr/>
            </a:pPr>
            <a:r>
              <a:rPr kumimoji="0" sz="2400" kern="1200" cap="none" spc="155" normalizeH="0" baseline="0" noProof="0" dirty="0">
                <a:solidFill>
                  <a:srgbClr val="F9F9FB"/>
                </a:solidFill>
                <a:latin typeface="Times New Roman" panose="02020603050405020304" pitchFamily="18" charset="0"/>
                <a:ea typeface="+mn-ea"/>
                <a:cs typeface="Times New Roman" panose="02020603050405020304" pitchFamily="18" charset="0"/>
              </a:rPr>
              <a:t>pa</a:t>
            </a:r>
            <a:r>
              <a:rPr kumimoji="0" sz="2400" kern="1200" cap="none" spc="50" normalizeH="0" baseline="0" noProof="0" dirty="0">
                <a:solidFill>
                  <a:srgbClr val="F9F9FB"/>
                </a:solidFill>
                <a:latin typeface="Times New Roman" panose="02020603050405020304" pitchFamily="18" charset="0"/>
                <a:ea typeface="+mn-ea"/>
                <a:cs typeface="Times New Roman" panose="02020603050405020304" pitchFamily="18" charset="0"/>
              </a:rPr>
              <a:t>n</a:t>
            </a:r>
            <a:r>
              <a:rPr kumimoji="0" sz="2400" kern="1200" cap="none" spc="145" normalizeH="0" baseline="0" noProof="0" dirty="0">
                <a:solidFill>
                  <a:srgbClr val="F9F9FB"/>
                </a:solidFill>
                <a:latin typeface="Times New Roman" panose="02020603050405020304" pitchFamily="18" charset="0"/>
                <a:ea typeface="+mn-ea"/>
                <a:cs typeface="Times New Roman" panose="02020603050405020304" pitchFamily="18" charset="0"/>
              </a:rPr>
              <a:t>d</a:t>
            </a:r>
            <a:r>
              <a:rPr kumimoji="0" sz="2400" kern="1200" cap="none" spc="120" normalizeH="0" baseline="0" noProof="0" dirty="0">
                <a:solidFill>
                  <a:srgbClr val="F9F9FB"/>
                </a:solidFill>
                <a:latin typeface="Times New Roman" panose="02020603050405020304" pitchFamily="18" charset="0"/>
                <a:ea typeface="+mn-ea"/>
                <a:cs typeface="Times New Roman" panose="02020603050405020304" pitchFamily="18" charset="0"/>
              </a:rPr>
              <a:t>as</a:t>
            </a:r>
            <a:endParaRPr kumimoji="0" sz="2400" kern="1200" cap="none" spc="0" normalizeH="0" baseline="0" noProof="0">
              <a:latin typeface="Times New Roman" panose="02020603050405020304" pitchFamily="18" charset="0"/>
              <a:ea typeface="+mn-ea"/>
              <a:cs typeface="Times New Roman" panose="02020603050405020304" pitchFamily="18" charset="0"/>
            </a:endParaRPr>
          </a:p>
        </p:txBody>
      </p:sp>
      <p:sp>
        <p:nvSpPr>
          <p:cNvPr id="6" name="object 6"/>
          <p:cNvSpPr txBox="1"/>
          <p:nvPr/>
        </p:nvSpPr>
        <p:spPr>
          <a:xfrm>
            <a:off x="2244725" y="2962275"/>
            <a:ext cx="1528445" cy="368935"/>
          </a:xfrm>
          <a:prstGeom prst="rect">
            <a:avLst/>
          </a:prstGeom>
          <a:solidFill>
            <a:srgbClr val="3F77B8"/>
          </a:solidFill>
        </p:spPr>
        <p:txBody>
          <a:bodyPr vert="horz" wrap="square" lIns="0" tIns="0" rIns="0" bIns="0" rtlCol="0">
            <a:spAutoFit/>
          </a:bodyPr>
          <a:lstStyle/>
          <a:p>
            <a:pPr marL="10795" marR="0" algn="ctr" defTabSz="914400" eaLnBrk="1" fontAlgn="auto" hangingPunct="1">
              <a:spcBef>
                <a:spcPts val="0"/>
              </a:spcBef>
              <a:spcAft>
                <a:spcPts val="0"/>
              </a:spcAft>
              <a:buClrTx/>
              <a:buSzTx/>
              <a:buFontTx/>
              <a:buNone/>
              <a:defRPr/>
            </a:pPr>
            <a:r>
              <a:rPr kumimoji="0" sz="2400" kern="1200" cap="none" spc="145" normalizeH="0" baseline="0" noProof="0" dirty="0">
                <a:solidFill>
                  <a:srgbClr val="F9F9FB"/>
                </a:solidFill>
                <a:latin typeface="Times New Roman" panose="02020603050405020304" pitchFamily="18" charset="0"/>
                <a:ea typeface="+mn-ea"/>
                <a:cs typeface="Times New Roman" panose="02020603050405020304" pitchFamily="18" charset="0"/>
              </a:rPr>
              <a:t>nu</a:t>
            </a:r>
            <a:r>
              <a:rPr kumimoji="0" lang="en-US" sz="2400" kern="1200" cap="none" spc="145" normalizeH="0" baseline="0" noProof="0" dirty="0">
                <a:solidFill>
                  <a:srgbClr val="F9F9FB"/>
                </a:solidFill>
                <a:latin typeface="Times New Roman" panose="02020603050405020304" pitchFamily="18" charset="0"/>
                <a:ea typeface="+mn-ea"/>
                <a:cs typeface="Times New Roman" panose="02020603050405020304" pitchFamily="18" charset="0"/>
              </a:rPr>
              <a:t>mpy</a:t>
            </a:r>
            <a:endParaRPr kumimoji="0" lang="en-US" sz="2400" kern="1200" cap="none" spc="145" normalizeH="0" baseline="0" noProof="0" dirty="0">
              <a:solidFill>
                <a:srgbClr val="F9F9FB"/>
              </a:solidFill>
              <a:latin typeface="Times New Roman" panose="02020603050405020304" pitchFamily="18" charset="0"/>
              <a:ea typeface="+mn-ea"/>
              <a:cs typeface="Times New Roman" panose="02020603050405020304" pitchFamily="18" charset="0"/>
              <a:sym typeface="+mn-ea"/>
            </a:endParaRPr>
          </a:p>
        </p:txBody>
      </p:sp>
      <p:sp>
        <p:nvSpPr>
          <p:cNvPr id="7" name="object 7"/>
          <p:cNvSpPr txBox="1"/>
          <p:nvPr/>
        </p:nvSpPr>
        <p:spPr>
          <a:xfrm>
            <a:off x="1600200" y="3526790"/>
            <a:ext cx="2961005" cy="368935"/>
          </a:xfrm>
          <a:prstGeom prst="rect">
            <a:avLst/>
          </a:prstGeom>
          <a:solidFill>
            <a:srgbClr val="3F77B8"/>
          </a:solidFill>
        </p:spPr>
        <p:txBody>
          <a:bodyPr vert="horz" wrap="square" lIns="0" tIns="0" rIns="0" bIns="0" rtlCol="0">
            <a:spAutoFit/>
          </a:bodyPr>
          <a:lstStyle/>
          <a:p>
            <a:pPr marL="1905" marR="0" algn="ctr" defTabSz="914400" eaLnBrk="1" fontAlgn="auto" hangingPunct="1">
              <a:spcBef>
                <a:spcPts val="0"/>
              </a:spcBef>
              <a:spcAft>
                <a:spcPts val="0"/>
              </a:spcAft>
              <a:buClrTx/>
              <a:buSzTx/>
              <a:buFontTx/>
              <a:buNone/>
              <a:defRPr/>
            </a:pPr>
            <a:r>
              <a:rPr kumimoji="0" sz="2400" kern="1200" cap="none" spc="95" normalizeH="0" baseline="0" noProof="0" dirty="0">
                <a:solidFill>
                  <a:srgbClr val="F9F9FB"/>
                </a:solidFill>
                <a:latin typeface="Times New Roman" panose="02020603050405020304" pitchFamily="18" charset="0"/>
                <a:ea typeface="+mn-ea"/>
                <a:cs typeface="Times New Roman" panose="02020603050405020304" pitchFamily="18" charset="0"/>
              </a:rPr>
              <a:t>m</a:t>
            </a:r>
            <a:r>
              <a:rPr kumimoji="0" sz="2400" kern="1200" cap="none" spc="229" normalizeH="0" baseline="0" noProof="0" dirty="0">
                <a:solidFill>
                  <a:srgbClr val="F9F9FB"/>
                </a:solidFill>
                <a:latin typeface="Times New Roman" panose="02020603050405020304" pitchFamily="18" charset="0"/>
                <a:ea typeface="+mn-ea"/>
                <a:cs typeface="Times New Roman" panose="02020603050405020304" pitchFamily="18" charset="0"/>
              </a:rPr>
              <a:t>a</a:t>
            </a:r>
            <a:r>
              <a:rPr kumimoji="0" sz="2400" kern="1200" cap="none" spc="5" normalizeH="0" baseline="0" noProof="0" dirty="0">
                <a:solidFill>
                  <a:srgbClr val="F9F9FB"/>
                </a:solidFill>
                <a:latin typeface="Times New Roman" panose="02020603050405020304" pitchFamily="18" charset="0"/>
                <a:ea typeface="+mn-ea"/>
                <a:cs typeface="Times New Roman" panose="02020603050405020304" pitchFamily="18" charset="0"/>
              </a:rPr>
              <a:t>tplotl</a:t>
            </a:r>
            <a:r>
              <a:rPr kumimoji="0" sz="2400" kern="1200" cap="none" spc="195" normalizeH="0" baseline="0" noProof="0" dirty="0">
                <a:solidFill>
                  <a:srgbClr val="F9F9FB"/>
                </a:solidFill>
                <a:latin typeface="Times New Roman" panose="02020603050405020304" pitchFamily="18" charset="0"/>
                <a:ea typeface="+mn-ea"/>
                <a:cs typeface="Times New Roman" panose="02020603050405020304" pitchFamily="18" charset="0"/>
              </a:rPr>
              <a:t>l</a:t>
            </a:r>
            <a:r>
              <a:rPr kumimoji="0" sz="2400" kern="1200" cap="none" spc="70" normalizeH="0" baseline="0" noProof="0" dirty="0">
                <a:solidFill>
                  <a:srgbClr val="F9F9FB"/>
                </a:solidFill>
                <a:latin typeface="Times New Roman" panose="02020603050405020304" pitchFamily="18" charset="0"/>
                <a:ea typeface="+mn-ea"/>
                <a:cs typeface="Times New Roman" panose="02020603050405020304" pitchFamily="18" charset="0"/>
              </a:rPr>
              <a:t>b</a:t>
            </a:r>
            <a:r>
              <a:rPr kumimoji="0" sz="2400" kern="1200" cap="none" spc="-80" normalizeH="0" baseline="0" noProof="0" dirty="0">
                <a:solidFill>
                  <a:srgbClr val="F9F9FB"/>
                </a:solidFill>
                <a:latin typeface="Times New Roman" panose="02020603050405020304" pitchFamily="18" charset="0"/>
                <a:ea typeface="+mn-ea"/>
                <a:cs typeface="Times New Roman" panose="02020603050405020304" pitchFamily="18" charset="0"/>
              </a:rPr>
              <a:t>.</a:t>
            </a:r>
            <a:r>
              <a:rPr kumimoji="0" sz="2400" kern="1200" cap="none" spc="20" normalizeH="0" baseline="0" noProof="0" dirty="0">
                <a:solidFill>
                  <a:srgbClr val="F9F9FB"/>
                </a:solidFill>
                <a:latin typeface="Times New Roman" panose="02020603050405020304" pitchFamily="18" charset="0"/>
                <a:ea typeface="+mn-ea"/>
                <a:cs typeface="Times New Roman" panose="02020603050405020304" pitchFamily="18" charset="0"/>
              </a:rPr>
              <a:t>pyplot</a:t>
            </a:r>
            <a:endParaRPr kumimoji="0" sz="2400" kern="1200" cap="none" spc="0" normalizeH="0" baseline="0" noProof="0">
              <a:latin typeface="Times New Roman" panose="02020603050405020304" pitchFamily="18" charset="0"/>
              <a:ea typeface="+mn-ea"/>
              <a:cs typeface="Times New Roman" panose="02020603050405020304" pitchFamily="18" charset="0"/>
            </a:endParaRPr>
          </a:p>
        </p:txBody>
      </p:sp>
      <p:sp>
        <p:nvSpPr>
          <p:cNvPr id="8" name="object 8"/>
          <p:cNvSpPr txBox="1"/>
          <p:nvPr/>
        </p:nvSpPr>
        <p:spPr>
          <a:xfrm>
            <a:off x="1981200" y="4267200"/>
            <a:ext cx="2211070" cy="368935"/>
          </a:xfrm>
          <a:prstGeom prst="rect">
            <a:avLst/>
          </a:prstGeom>
          <a:solidFill>
            <a:srgbClr val="3F77B8"/>
          </a:solidFill>
        </p:spPr>
        <p:txBody>
          <a:bodyPr vert="horz" wrap="square" lIns="0" tIns="0" rIns="0" bIns="0" rtlCol="0">
            <a:spAutoFit/>
          </a:bodyPr>
          <a:lstStyle/>
          <a:p>
            <a:pPr marL="5080" marR="0" algn="ctr" defTabSz="914400" eaLnBrk="1" fontAlgn="auto" hangingPunct="1">
              <a:spcBef>
                <a:spcPts val="0"/>
              </a:spcBef>
              <a:spcAft>
                <a:spcPts val="0"/>
              </a:spcAft>
              <a:buClrTx/>
              <a:buSzTx/>
              <a:buFontTx/>
              <a:buNone/>
              <a:defRPr/>
            </a:pPr>
            <a:r>
              <a:rPr kumimoji="0" sz="2400" kern="1200" cap="none" spc="120" normalizeH="0" baseline="0" noProof="0" dirty="0">
                <a:solidFill>
                  <a:srgbClr val="F9F9FB"/>
                </a:solidFill>
                <a:latin typeface="Times New Roman" panose="02020603050405020304" pitchFamily="18" charset="0"/>
                <a:ea typeface="+mn-ea"/>
                <a:cs typeface="Times New Roman" panose="02020603050405020304" pitchFamily="18" charset="0"/>
              </a:rPr>
              <a:t>se</a:t>
            </a:r>
            <a:r>
              <a:rPr kumimoji="0" sz="2400" kern="1200" cap="none" spc="185" normalizeH="0" baseline="0" noProof="0" dirty="0">
                <a:solidFill>
                  <a:srgbClr val="F9F9FB"/>
                </a:solidFill>
                <a:latin typeface="Times New Roman" panose="02020603050405020304" pitchFamily="18" charset="0"/>
                <a:ea typeface="+mn-ea"/>
                <a:cs typeface="Times New Roman" panose="02020603050405020304" pitchFamily="18" charset="0"/>
              </a:rPr>
              <a:t>a</a:t>
            </a:r>
            <a:r>
              <a:rPr kumimoji="0" sz="2400" kern="1200" cap="none" spc="165" normalizeH="0" baseline="0" noProof="0" dirty="0">
                <a:solidFill>
                  <a:srgbClr val="F9F9FB"/>
                </a:solidFill>
                <a:latin typeface="Times New Roman" panose="02020603050405020304" pitchFamily="18" charset="0"/>
                <a:ea typeface="+mn-ea"/>
                <a:cs typeface="Times New Roman" panose="02020603050405020304" pitchFamily="18" charset="0"/>
              </a:rPr>
              <a:t>born</a:t>
            </a:r>
            <a:endParaRPr kumimoji="0" sz="2400" kern="1200" cap="none" spc="0" normalizeH="0" baseline="0" noProof="0">
              <a:latin typeface="Times New Roman" panose="02020603050405020304" pitchFamily="18" charset="0"/>
              <a:ea typeface="+mn-ea"/>
              <a:cs typeface="Times New Roman" panose="02020603050405020304" pitchFamily="18" charset="0"/>
            </a:endParaRPr>
          </a:p>
        </p:txBody>
      </p:sp>
      <p:sp>
        <p:nvSpPr>
          <p:cNvPr id="9" name="object 9"/>
          <p:cNvSpPr txBox="1"/>
          <p:nvPr/>
        </p:nvSpPr>
        <p:spPr>
          <a:xfrm>
            <a:off x="2133600" y="4941570"/>
            <a:ext cx="1972310" cy="368935"/>
          </a:xfrm>
          <a:prstGeom prst="rect">
            <a:avLst/>
          </a:prstGeom>
          <a:solidFill>
            <a:srgbClr val="3F77B8"/>
          </a:solidFill>
        </p:spPr>
        <p:txBody>
          <a:bodyPr vert="horz" wrap="square" lIns="0" tIns="0" rIns="0" bIns="0" rtlCol="0">
            <a:spAutoFit/>
          </a:bodyPr>
          <a:lstStyle/>
          <a:p>
            <a:pPr marL="5080" marR="0" algn="ctr" defTabSz="914400" eaLnBrk="1" fontAlgn="auto" hangingPunct="1">
              <a:spcBef>
                <a:spcPts val="0"/>
              </a:spcBef>
              <a:spcAft>
                <a:spcPts val="0"/>
              </a:spcAft>
              <a:buClrTx/>
              <a:buSzTx/>
              <a:buFontTx/>
              <a:buNone/>
              <a:defRPr/>
            </a:pPr>
            <a:r>
              <a:rPr kumimoji="0" sz="2400" kern="1200" cap="none" spc="185" normalizeH="0" baseline="0" noProof="0" dirty="0">
                <a:solidFill>
                  <a:srgbClr val="F9F9FB"/>
                </a:solidFill>
                <a:latin typeface="Times New Roman" panose="02020603050405020304" pitchFamily="18" charset="0"/>
                <a:ea typeface="+mn-ea"/>
                <a:cs typeface="Times New Roman" panose="02020603050405020304" pitchFamily="18" charset="0"/>
              </a:rPr>
              <a:t>sc</a:t>
            </a:r>
            <a:r>
              <a:rPr kumimoji="0" lang="en-US" sz="2400" kern="1200" cap="none" spc="185" normalizeH="0" baseline="0" noProof="0" dirty="0">
                <a:solidFill>
                  <a:srgbClr val="F9F9FB"/>
                </a:solidFill>
                <a:latin typeface="Times New Roman" panose="02020603050405020304" pitchFamily="18" charset="0"/>
                <a:ea typeface="+mn-ea"/>
                <a:cs typeface="Times New Roman" panose="02020603050405020304" pitchFamily="18" charset="0"/>
              </a:rPr>
              <a:t>i</a:t>
            </a:r>
            <a:r>
              <a:rPr kumimoji="0" sz="2400" kern="1200" cap="none" spc="185" normalizeH="0" baseline="0" noProof="0" dirty="0">
                <a:solidFill>
                  <a:srgbClr val="F9F9FB"/>
                </a:solidFill>
                <a:latin typeface="Times New Roman" panose="02020603050405020304" pitchFamily="18" charset="0"/>
                <a:ea typeface="+mn-ea"/>
                <a:cs typeface="Times New Roman" panose="02020603050405020304" pitchFamily="18" charset="0"/>
              </a:rPr>
              <a:t>k</a:t>
            </a:r>
            <a:r>
              <a:rPr kumimoji="0" lang="en-US" sz="2400" kern="1200" cap="none" spc="185" normalizeH="0" baseline="0" noProof="0" dirty="0">
                <a:solidFill>
                  <a:srgbClr val="F9F9FB"/>
                </a:solidFill>
                <a:latin typeface="Times New Roman" panose="02020603050405020304" pitchFamily="18" charset="0"/>
                <a:ea typeface="+mn-ea"/>
                <a:cs typeface="Times New Roman" panose="02020603050405020304" pitchFamily="18" charset="0"/>
              </a:rPr>
              <a:t>i</a:t>
            </a:r>
            <a:r>
              <a:rPr kumimoji="0" sz="2400" kern="1200" cap="none" spc="275" normalizeH="0" baseline="0" noProof="0" dirty="0">
                <a:solidFill>
                  <a:srgbClr val="F9F9FB"/>
                </a:solidFill>
                <a:latin typeface="Times New Roman" panose="02020603050405020304" pitchFamily="18" charset="0"/>
                <a:ea typeface="+mn-ea"/>
                <a:cs typeface="Times New Roman" panose="02020603050405020304" pitchFamily="18" charset="0"/>
              </a:rPr>
              <a:t>t-</a:t>
            </a:r>
            <a:r>
              <a:rPr kumimoji="0" sz="2400" kern="1200" cap="none" spc="95" normalizeH="0" baseline="0" noProof="0" dirty="0">
                <a:solidFill>
                  <a:srgbClr val="F9F9FB"/>
                </a:solidFill>
                <a:latin typeface="Times New Roman" panose="02020603050405020304" pitchFamily="18" charset="0"/>
                <a:ea typeface="+mn-ea"/>
                <a:cs typeface="Times New Roman" panose="02020603050405020304" pitchFamily="18" charset="0"/>
              </a:rPr>
              <a:t>l</a:t>
            </a:r>
            <a:r>
              <a:rPr kumimoji="0" sz="2400" kern="1200" cap="none" spc="165" normalizeH="0" baseline="0" noProof="0" dirty="0">
                <a:solidFill>
                  <a:srgbClr val="F9F9FB"/>
                </a:solidFill>
                <a:latin typeface="Times New Roman" panose="02020603050405020304" pitchFamily="18" charset="0"/>
                <a:ea typeface="+mn-ea"/>
                <a:cs typeface="Times New Roman" panose="02020603050405020304" pitchFamily="18" charset="0"/>
              </a:rPr>
              <a:t>earn</a:t>
            </a:r>
            <a:endParaRPr kumimoji="0" sz="2400" kern="1200" cap="none" spc="0" normalizeH="0" baseline="0" noProof="0">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7650" name="object 2"/>
          <p:cNvSpPr/>
          <p:nvPr/>
        </p:nvSpPr>
        <p:spPr>
          <a:xfrm>
            <a:off x="1066800" y="1219200"/>
            <a:ext cx="8858250" cy="62865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27651" name="object 3"/>
          <p:cNvSpPr/>
          <p:nvPr/>
        </p:nvSpPr>
        <p:spPr>
          <a:xfrm>
            <a:off x="2495550" y="3771900"/>
            <a:ext cx="857250" cy="1352550"/>
          </a:xfrm>
          <a:prstGeom prst="rect">
            <a:avLst/>
          </a:prstGeom>
          <a:blipFill rotWithShape="1">
            <a:blip r:embed="rId2"/>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27652" name="object 4"/>
          <p:cNvSpPr/>
          <p:nvPr/>
        </p:nvSpPr>
        <p:spPr>
          <a:xfrm>
            <a:off x="114300" y="5905500"/>
            <a:ext cx="8839200" cy="628650"/>
          </a:xfrm>
          <a:prstGeom prst="rect">
            <a:avLst/>
          </a:prstGeom>
          <a:blipFill rotWithShape="1">
            <a:blip r:embed="rId3"/>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27653" name="object 5"/>
          <p:cNvSpPr/>
          <p:nvPr/>
        </p:nvSpPr>
        <p:spPr>
          <a:xfrm>
            <a:off x="1562100" y="3829050"/>
            <a:ext cx="476250" cy="0"/>
          </a:xfrm>
          <a:custGeom>
            <a:avLst/>
            <a:gdLst/>
            <a:ahLst/>
            <a:cxnLst/>
            <a:pathLst>
              <a:path w="476250">
                <a:moveTo>
                  <a:pt x="0" y="0"/>
                </a:moveTo>
                <a:lnTo>
                  <a:pt x="476250" y="0"/>
                </a:lnTo>
              </a:path>
            </a:pathLst>
          </a:custGeom>
          <a:noFill/>
          <a:ln w="9525" cap="flat" cmpd="sng">
            <a:solidFill>
              <a:srgbClr val="6B9CCC">
                <a:alpha val="100000"/>
              </a:srgbClr>
            </a:solidFill>
            <a:prstDash val="solid"/>
            <a:headEnd type="none" w="med" len="med"/>
            <a:tailEnd type="none" w="med" len="med"/>
          </a:ln>
        </p:spPr>
        <p:txBody>
          <a:bodyPr/>
          <a:p>
            <a:endParaRPr lang="en-US"/>
          </a:p>
        </p:txBody>
      </p:sp>
      <p:sp>
        <p:nvSpPr>
          <p:cNvPr id="27654" name="object 6"/>
          <p:cNvSpPr/>
          <p:nvPr/>
        </p:nvSpPr>
        <p:spPr>
          <a:xfrm>
            <a:off x="1323975" y="4095750"/>
            <a:ext cx="0" cy="723900"/>
          </a:xfrm>
          <a:custGeom>
            <a:avLst/>
            <a:gdLst/>
            <a:ahLst/>
            <a:cxnLst/>
            <a:pathLst>
              <a:path h="723900">
                <a:moveTo>
                  <a:pt x="0" y="723900"/>
                </a:moveTo>
                <a:lnTo>
                  <a:pt x="0" y="0"/>
                </a:lnTo>
              </a:path>
            </a:pathLst>
          </a:custGeom>
          <a:noFill/>
          <a:ln w="9525" cap="flat" cmpd="sng">
            <a:solidFill>
              <a:srgbClr val="7C97CC">
                <a:alpha val="100000"/>
              </a:srgbClr>
            </a:solidFill>
            <a:prstDash val="solid"/>
            <a:headEnd type="none" w="med" len="med"/>
            <a:tailEnd type="none" w="med" len="med"/>
          </a:ln>
        </p:spPr>
        <p:txBody>
          <a:bodyPr/>
          <a:p>
            <a:endParaRPr lang="en-US"/>
          </a:p>
        </p:txBody>
      </p:sp>
      <p:sp>
        <p:nvSpPr>
          <p:cNvPr id="27655" name="object 7"/>
          <p:cNvSpPr/>
          <p:nvPr/>
        </p:nvSpPr>
        <p:spPr>
          <a:xfrm>
            <a:off x="2276475" y="4095750"/>
            <a:ext cx="0" cy="723900"/>
          </a:xfrm>
          <a:custGeom>
            <a:avLst/>
            <a:gdLst/>
            <a:ahLst/>
            <a:cxnLst/>
            <a:pathLst>
              <a:path h="723900">
                <a:moveTo>
                  <a:pt x="0" y="723900"/>
                </a:moveTo>
                <a:lnTo>
                  <a:pt x="0" y="0"/>
                </a:lnTo>
              </a:path>
            </a:pathLst>
          </a:custGeom>
          <a:noFill/>
          <a:ln w="9525" cap="flat" cmpd="sng">
            <a:solidFill>
              <a:srgbClr val="A0A3CF">
                <a:alpha val="100000"/>
              </a:srgbClr>
            </a:solidFill>
            <a:prstDash val="solid"/>
            <a:headEnd type="none" w="med" len="med"/>
            <a:tailEnd type="none" w="med" len="med"/>
          </a:ln>
        </p:spPr>
        <p:txBody>
          <a:bodyPr/>
          <a:p>
            <a:endParaRPr lang="en-US"/>
          </a:p>
        </p:txBody>
      </p:sp>
      <p:sp>
        <p:nvSpPr>
          <p:cNvPr id="27656" name="object 8"/>
          <p:cNvSpPr/>
          <p:nvPr/>
        </p:nvSpPr>
        <p:spPr>
          <a:xfrm>
            <a:off x="3429000" y="4495800"/>
            <a:ext cx="0" cy="333375"/>
          </a:xfrm>
          <a:custGeom>
            <a:avLst/>
            <a:gdLst/>
            <a:ahLst/>
            <a:cxnLst/>
            <a:pathLst>
              <a:path h="333375">
                <a:moveTo>
                  <a:pt x="0" y="333375"/>
                </a:moveTo>
                <a:lnTo>
                  <a:pt x="0" y="0"/>
                </a:lnTo>
              </a:path>
            </a:pathLst>
          </a:custGeom>
          <a:noFill/>
          <a:ln w="19050" cap="flat" cmpd="sng">
            <a:solidFill>
              <a:srgbClr val="A3BCDB">
                <a:alpha val="100000"/>
              </a:srgbClr>
            </a:solidFill>
            <a:prstDash val="solid"/>
            <a:headEnd type="none" w="med" len="med"/>
            <a:tailEnd type="none" w="med" len="med"/>
          </a:ln>
        </p:spPr>
        <p:txBody>
          <a:bodyPr/>
          <a:p>
            <a:endParaRPr lang="en-US"/>
          </a:p>
        </p:txBody>
      </p:sp>
      <p:sp>
        <p:nvSpPr>
          <p:cNvPr id="9" name="object 9"/>
          <p:cNvSpPr txBox="1"/>
          <p:nvPr/>
        </p:nvSpPr>
        <p:spPr>
          <a:xfrm>
            <a:off x="1587500" y="4056063"/>
            <a:ext cx="503238" cy="9398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7200" u="sng" kern="1200" cap="none" spc="-245" normalizeH="0" baseline="0" noProof="0" dirty="0">
                <a:solidFill>
                  <a:srgbClr val="82A8D4"/>
                </a:solidFill>
                <a:latin typeface="Arial" panose="020B0604020202020204"/>
                <a:ea typeface="+mn-ea"/>
                <a:cs typeface="Arial" panose="020B0604020202020204"/>
              </a:rPr>
              <a:t>0</a:t>
            </a:r>
            <a:endParaRPr kumimoji="0" sz="7200" kern="1200" cap="none" spc="0" normalizeH="0" baseline="0" noProof="0">
              <a:latin typeface="Arial" panose="020B0604020202020204"/>
              <a:ea typeface="+mn-ea"/>
              <a:cs typeface="Arial" panose="020B0604020202020204"/>
            </a:endParaRPr>
          </a:p>
        </p:txBody>
      </p:sp>
      <p:sp>
        <p:nvSpPr>
          <p:cNvPr id="10" name="object 10"/>
          <p:cNvSpPr txBox="1"/>
          <p:nvPr/>
        </p:nvSpPr>
        <p:spPr>
          <a:xfrm>
            <a:off x="4035425" y="3542030"/>
            <a:ext cx="1767205" cy="338455"/>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2200" kern="1200" cap="none" spc="-35" normalizeH="0" baseline="0" noProof="0" dirty="0">
                <a:solidFill>
                  <a:srgbClr val="3A72B8"/>
                </a:solidFill>
                <a:latin typeface="Arial Black" panose="020B0A04020102020204" charset="0"/>
                <a:ea typeface="+mn-ea"/>
                <a:cs typeface="Arial Black" panose="020B0A04020102020204" charset="0"/>
              </a:rPr>
              <a:t>R</a:t>
            </a:r>
            <a:r>
              <a:rPr kumimoji="0" lang="en-US" sz="2200" kern="1200" cap="none" spc="-35" normalizeH="0" baseline="0" noProof="0" dirty="0">
                <a:solidFill>
                  <a:srgbClr val="3A72B8"/>
                </a:solidFill>
                <a:latin typeface="Arial Black" panose="020B0A04020102020204" charset="0"/>
                <a:ea typeface="+mn-ea"/>
                <a:cs typeface="Arial Black" panose="020B0A04020102020204" charset="0"/>
              </a:rPr>
              <a:t>ESULTS</a:t>
            </a:r>
            <a:endParaRPr kumimoji="0" lang="en-US" sz="2200" kern="1200" cap="none" spc="-35" normalizeH="0" baseline="0" noProof="0" dirty="0">
              <a:solidFill>
                <a:srgbClr val="3A72B8"/>
              </a:solidFill>
              <a:latin typeface="Arial Black" panose="020B0A04020102020204" charset="0"/>
              <a:ea typeface="+mn-ea"/>
              <a:cs typeface="Arial Black" panose="020B0A040201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9698" name="object 2"/>
          <p:cNvSpPr/>
          <p:nvPr/>
        </p:nvSpPr>
        <p:spPr>
          <a:xfrm>
            <a:off x="1600200" y="2133600"/>
            <a:ext cx="1085850" cy="609600"/>
          </a:xfrm>
          <a:prstGeom prst="rect">
            <a:avLst/>
          </a:prstGeom>
          <a:blipFill rotWithShape="1">
            <a:blip r:embed="rId1"/>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29700" name="object 4"/>
          <p:cNvSpPr/>
          <p:nvPr/>
        </p:nvSpPr>
        <p:spPr>
          <a:xfrm>
            <a:off x="7124700" y="2157413"/>
            <a:ext cx="371475" cy="0"/>
          </a:xfrm>
          <a:custGeom>
            <a:avLst/>
            <a:gdLst/>
            <a:ahLst/>
            <a:cxnLst/>
            <a:pathLst>
              <a:path w="371475">
                <a:moveTo>
                  <a:pt x="0" y="0"/>
                </a:moveTo>
                <a:lnTo>
                  <a:pt x="371475" y="0"/>
                </a:lnTo>
              </a:path>
            </a:pathLst>
          </a:custGeom>
          <a:noFill/>
          <a:ln w="28575" cap="flat" cmpd="sng">
            <a:solidFill>
              <a:srgbClr val="C8E4F4">
                <a:alpha val="100000"/>
              </a:srgbClr>
            </a:solidFill>
            <a:prstDash val="solid"/>
            <a:headEnd type="none" w="med" len="med"/>
            <a:tailEnd type="none" w="med" len="med"/>
          </a:ln>
        </p:spPr>
        <p:txBody>
          <a:bodyPr/>
          <a:p>
            <a:endParaRPr lang="en-US"/>
          </a:p>
        </p:txBody>
      </p:sp>
      <p:sp>
        <p:nvSpPr>
          <p:cNvPr id="29701" name="object 5"/>
          <p:cNvSpPr/>
          <p:nvPr/>
        </p:nvSpPr>
        <p:spPr>
          <a:xfrm>
            <a:off x="2366963" y="2705100"/>
            <a:ext cx="0" cy="1247775"/>
          </a:xfrm>
          <a:custGeom>
            <a:avLst/>
            <a:gdLst/>
            <a:ahLst/>
            <a:cxnLst/>
            <a:pathLst>
              <a:path h="1247775">
                <a:moveTo>
                  <a:pt x="0" y="1247775"/>
                </a:moveTo>
                <a:lnTo>
                  <a:pt x="0" y="0"/>
                </a:lnTo>
              </a:path>
            </a:pathLst>
          </a:custGeom>
          <a:noFill/>
          <a:ln w="47625" cap="flat" cmpd="sng">
            <a:solidFill>
              <a:srgbClr val="C3DFF4">
                <a:alpha val="100000"/>
              </a:srgbClr>
            </a:solidFill>
            <a:prstDash val="solid"/>
            <a:headEnd type="none" w="med" len="med"/>
            <a:tailEnd type="none" w="med" len="med"/>
          </a:ln>
        </p:spPr>
        <p:txBody>
          <a:bodyPr/>
          <a:p>
            <a:endParaRPr lang="en-US"/>
          </a:p>
        </p:txBody>
      </p:sp>
      <p:sp>
        <p:nvSpPr>
          <p:cNvPr id="29703" name="object 7"/>
          <p:cNvSpPr/>
          <p:nvPr/>
        </p:nvSpPr>
        <p:spPr>
          <a:xfrm>
            <a:off x="7710488" y="2419350"/>
            <a:ext cx="0" cy="1847850"/>
          </a:xfrm>
          <a:custGeom>
            <a:avLst/>
            <a:gdLst/>
            <a:ahLst/>
            <a:cxnLst/>
            <a:pathLst>
              <a:path h="1847850">
                <a:moveTo>
                  <a:pt x="0" y="1847850"/>
                </a:moveTo>
                <a:lnTo>
                  <a:pt x="0" y="0"/>
                </a:lnTo>
              </a:path>
            </a:pathLst>
          </a:custGeom>
          <a:noFill/>
          <a:ln w="28575" cap="flat" cmpd="sng">
            <a:solidFill>
              <a:srgbClr val="CCE4F4">
                <a:alpha val="100000"/>
              </a:srgbClr>
            </a:solidFill>
            <a:prstDash val="solid"/>
            <a:headEnd type="none" w="med" len="med"/>
            <a:tailEnd type="none" w="med" len="med"/>
          </a:ln>
        </p:spPr>
        <p:txBody>
          <a:bodyPr/>
          <a:p>
            <a:endParaRPr lang="en-US"/>
          </a:p>
        </p:txBody>
      </p:sp>
      <p:sp>
        <p:nvSpPr>
          <p:cNvPr id="29704" name="object 8"/>
          <p:cNvSpPr/>
          <p:nvPr/>
        </p:nvSpPr>
        <p:spPr>
          <a:xfrm>
            <a:off x="2514600" y="4248150"/>
            <a:ext cx="2209800" cy="0"/>
          </a:xfrm>
          <a:custGeom>
            <a:avLst/>
            <a:gdLst/>
            <a:ahLst/>
            <a:cxnLst/>
            <a:pathLst>
              <a:path w="2209800">
                <a:moveTo>
                  <a:pt x="0" y="0"/>
                </a:moveTo>
                <a:lnTo>
                  <a:pt x="2209800" y="0"/>
                </a:lnTo>
              </a:path>
            </a:pathLst>
          </a:custGeom>
          <a:noFill/>
          <a:ln w="9525" cap="flat" cmpd="sng">
            <a:solidFill>
              <a:srgbClr val="C8E4F4">
                <a:alpha val="100000"/>
              </a:srgbClr>
            </a:solidFill>
            <a:prstDash val="solid"/>
            <a:headEnd type="none" w="med" len="med"/>
            <a:tailEnd type="none" w="med" len="med"/>
          </a:ln>
        </p:spPr>
        <p:txBody>
          <a:bodyPr/>
          <a:p>
            <a:endParaRPr lang="en-US"/>
          </a:p>
        </p:txBody>
      </p:sp>
      <p:sp>
        <p:nvSpPr>
          <p:cNvPr id="29705" name="object 9"/>
          <p:cNvSpPr/>
          <p:nvPr/>
        </p:nvSpPr>
        <p:spPr>
          <a:xfrm>
            <a:off x="5353050" y="4248150"/>
            <a:ext cx="2381250" cy="0"/>
          </a:xfrm>
          <a:custGeom>
            <a:avLst/>
            <a:gdLst/>
            <a:ahLst/>
            <a:cxnLst/>
            <a:pathLst>
              <a:path w="2381250">
                <a:moveTo>
                  <a:pt x="0" y="0"/>
                </a:moveTo>
                <a:lnTo>
                  <a:pt x="2381250" y="0"/>
                </a:lnTo>
              </a:path>
            </a:pathLst>
          </a:custGeom>
          <a:noFill/>
          <a:ln w="9525" cap="flat" cmpd="sng">
            <a:solidFill>
              <a:srgbClr val="CCE4F4">
                <a:alpha val="100000"/>
              </a:srgbClr>
            </a:solidFill>
            <a:prstDash val="solid"/>
            <a:headEnd type="none" w="med" len="med"/>
            <a:tailEnd type="none" w="med" len="med"/>
          </a:ln>
        </p:spPr>
        <p:txBody>
          <a:bodyPr/>
          <a:p>
            <a:endParaRPr lang="en-US"/>
          </a:p>
        </p:txBody>
      </p:sp>
      <p:sp>
        <p:nvSpPr>
          <p:cNvPr id="29706" name="object 10"/>
          <p:cNvSpPr/>
          <p:nvPr/>
        </p:nvSpPr>
        <p:spPr>
          <a:xfrm>
            <a:off x="695325" y="4514850"/>
            <a:ext cx="8677275" cy="0"/>
          </a:xfrm>
          <a:custGeom>
            <a:avLst/>
            <a:gdLst/>
            <a:ahLst/>
            <a:cxnLst/>
            <a:pathLst>
              <a:path w="8677275">
                <a:moveTo>
                  <a:pt x="0" y="0"/>
                </a:moveTo>
                <a:lnTo>
                  <a:pt x="8677275" y="0"/>
                </a:lnTo>
              </a:path>
            </a:pathLst>
          </a:custGeom>
          <a:noFill/>
          <a:ln w="38100" cap="flat" cmpd="sng">
            <a:solidFill>
              <a:srgbClr val="70CCEB">
                <a:alpha val="100000"/>
              </a:srgbClr>
            </a:solidFill>
            <a:prstDash val="solid"/>
            <a:headEnd type="none" w="med" len="med"/>
            <a:tailEnd type="none" w="med" len="med"/>
          </a:ln>
        </p:spPr>
        <p:txBody>
          <a:bodyPr/>
          <a:p>
            <a:endParaRPr lang="en-US"/>
          </a:p>
        </p:txBody>
      </p:sp>
      <p:sp>
        <p:nvSpPr>
          <p:cNvPr id="11" name="object 11"/>
          <p:cNvSpPr txBox="1"/>
          <p:nvPr/>
        </p:nvSpPr>
        <p:spPr>
          <a:xfrm>
            <a:off x="339725" y="1203325"/>
            <a:ext cx="104775" cy="2286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1600" kern="1200" cap="none" spc="60" normalizeH="0" baseline="0" noProof="0" dirty="0">
                <a:solidFill>
                  <a:srgbClr val="645E6B"/>
                </a:solidFill>
                <a:latin typeface="Arial" panose="020B0604020202020204"/>
                <a:ea typeface="+mn-ea"/>
                <a:cs typeface="Arial" panose="020B0604020202020204"/>
              </a:rPr>
              <a:t>•</a:t>
            </a:r>
            <a:endParaRPr kumimoji="0" sz="1600" kern="1200" cap="none" spc="0" normalizeH="0" baseline="0" noProof="0">
              <a:latin typeface="Arial" panose="020B0604020202020204"/>
              <a:ea typeface="+mn-ea"/>
              <a:cs typeface="Arial" panose="020B0604020202020204"/>
            </a:endParaRPr>
          </a:p>
        </p:txBody>
      </p:sp>
      <p:sp>
        <p:nvSpPr>
          <p:cNvPr id="12" name="object 12"/>
          <p:cNvSpPr txBox="1">
            <a:spLocks noGrp="1"/>
          </p:cNvSpPr>
          <p:nvPr>
            <p:ph type="title"/>
          </p:nvPr>
        </p:nvSpPr>
        <p:spPr>
          <a:xfrm>
            <a:off x="533400" y="795020"/>
            <a:ext cx="9359900" cy="412750"/>
          </a:xfrm>
        </p:spPr>
        <p:txBody>
          <a:bodyPr vert="horz" wrap="square" lIns="0" tIns="0" rIns="0" bIns="0" rtlCol="0">
            <a:spAutoFit/>
          </a:bodyPr>
          <a:lstStyle/>
          <a:p>
            <a:pPr marL="250825" marR="0" lvl="0" indent="0" defTabSz="914400" eaLnBrk="1" fontAlgn="auto" latinLnBrk="0" hangingPunct="1">
              <a:lnSpc>
                <a:spcPct val="100000"/>
              </a:lnSpc>
              <a:spcBef>
                <a:spcPts val="0"/>
              </a:spcBef>
              <a:spcAft>
                <a:spcPts val="0"/>
              </a:spcAft>
              <a:buClrTx/>
              <a:buSzTx/>
              <a:buFontTx/>
              <a:buNone/>
              <a:defRPr/>
            </a:pPr>
            <a:r>
              <a:rPr kumimoji="0" sz="2650" b="1" i="0" u="none" strike="noStrike" kern="0" cap="none" spc="-40" normalizeH="0" baseline="0" noProof="0" dirty="0">
                <a:ln>
                  <a:noFill/>
                </a:ln>
                <a:solidFill>
                  <a:srgbClr val="3872B8"/>
                </a:solidFill>
                <a:effectLst/>
                <a:uLnTx/>
                <a:uFillTx/>
                <a:latin typeface="Arial" panose="020B0604020202020204"/>
                <a:ea typeface="+mj-ea"/>
                <a:cs typeface="Arial" panose="020B0604020202020204"/>
              </a:rPr>
              <a:t>S</a:t>
            </a:r>
            <a:r>
              <a:rPr kumimoji="0" sz="2650" b="1" i="0" u="none" strike="noStrike" kern="0" cap="none" spc="65" normalizeH="0" baseline="0" noProof="0" dirty="0">
                <a:ln>
                  <a:noFill/>
                </a:ln>
                <a:solidFill>
                  <a:srgbClr val="3872B8"/>
                </a:solidFill>
                <a:effectLst/>
                <a:uLnTx/>
                <a:uFillTx/>
                <a:latin typeface="Arial" panose="020B0604020202020204"/>
                <a:ea typeface="+mj-ea"/>
                <a:cs typeface="Arial" panose="020B0604020202020204"/>
              </a:rPr>
              <a:t>u</a:t>
            </a:r>
            <a:r>
              <a:rPr kumimoji="0" lang="en-US" sz="2650" b="1" i="0" u="none" strike="noStrike" kern="0" cap="none" spc="65" normalizeH="0" baseline="0" noProof="0" dirty="0">
                <a:ln>
                  <a:noFill/>
                </a:ln>
                <a:solidFill>
                  <a:srgbClr val="3872B8"/>
                </a:solidFill>
                <a:effectLst/>
                <a:uLnTx/>
                <a:uFillTx/>
                <a:latin typeface="Arial" panose="020B0604020202020204"/>
                <a:ea typeface="+mj-ea"/>
                <a:cs typeface="Arial" panose="020B0604020202020204"/>
              </a:rPr>
              <a:t>mm</a:t>
            </a:r>
            <a:r>
              <a:rPr kumimoji="0" sz="2650" b="1" i="0" u="none" strike="noStrike" kern="0" cap="none" spc="195" normalizeH="0" baseline="0" noProof="0" dirty="0">
                <a:ln>
                  <a:noFill/>
                </a:ln>
                <a:solidFill>
                  <a:srgbClr val="3872B8"/>
                </a:solidFill>
                <a:effectLst/>
                <a:uLnTx/>
                <a:uFillTx/>
                <a:latin typeface="Arial" panose="020B0604020202020204"/>
                <a:ea typeface="+mj-ea"/>
                <a:cs typeface="Arial" panose="020B0604020202020204"/>
              </a:rPr>
              <a:t>ary</a:t>
            </a:r>
            <a:r>
              <a:rPr kumimoji="0" sz="2650" b="1" i="0" u="none" strike="noStrike" kern="0" cap="none" spc="10" normalizeH="0" baseline="0" noProof="0" dirty="0">
                <a:ln>
                  <a:noFill/>
                </a:ln>
                <a:solidFill>
                  <a:srgbClr val="3872B8"/>
                </a:solidFill>
                <a:effectLst/>
                <a:uLnTx/>
                <a:uFillTx/>
                <a:latin typeface="Arial" panose="020B0604020202020204"/>
                <a:ea typeface="+mj-ea"/>
                <a:cs typeface="Arial" panose="020B0604020202020204"/>
              </a:rPr>
              <a:t> </a:t>
            </a:r>
            <a:r>
              <a:rPr kumimoji="0" sz="2650" b="1" i="0" u="none" strike="noStrike" kern="0" cap="none" spc="-40" normalizeH="0" baseline="0" noProof="0" dirty="0">
                <a:ln>
                  <a:noFill/>
                </a:ln>
                <a:solidFill>
                  <a:srgbClr val="3872B8"/>
                </a:solidFill>
                <a:effectLst/>
                <a:uLnTx/>
                <a:uFillTx/>
                <a:latin typeface="Arial" panose="020B0604020202020204"/>
                <a:ea typeface="+mj-ea"/>
                <a:cs typeface="Arial" panose="020B0604020202020204"/>
              </a:rPr>
              <a:t>of</a:t>
            </a:r>
            <a:r>
              <a:rPr kumimoji="0" sz="2650" b="1" i="0" u="none" strike="noStrike" kern="0" cap="none" spc="185" normalizeH="0" baseline="0" noProof="0" dirty="0">
                <a:ln>
                  <a:noFill/>
                </a:ln>
                <a:solidFill>
                  <a:srgbClr val="3872B8"/>
                </a:solidFill>
                <a:effectLst/>
                <a:uLnTx/>
                <a:uFillTx/>
                <a:latin typeface="Arial" panose="020B0604020202020204"/>
                <a:ea typeface="+mj-ea"/>
                <a:cs typeface="Arial" panose="020B0604020202020204"/>
              </a:rPr>
              <a:t> </a:t>
            </a:r>
            <a:r>
              <a:rPr kumimoji="0" sz="2650" b="1" i="0" u="none" strike="noStrike" kern="0" cap="none" spc="-20" normalizeH="0" baseline="0" noProof="0" dirty="0">
                <a:ln>
                  <a:noFill/>
                </a:ln>
                <a:solidFill>
                  <a:srgbClr val="3872B8"/>
                </a:solidFill>
                <a:effectLst/>
                <a:uLnTx/>
                <a:uFillTx/>
                <a:latin typeface="Arial" panose="020B0604020202020204"/>
                <a:ea typeface="+mj-ea"/>
                <a:cs typeface="Arial" panose="020B0604020202020204"/>
              </a:rPr>
              <a:t>F</a:t>
            </a:r>
            <a:r>
              <a:rPr kumimoji="0" sz="2650" b="1" i="0" u="none" strike="noStrike" kern="0" cap="none" spc="-40" normalizeH="0" baseline="0" noProof="0" dirty="0">
                <a:ln>
                  <a:noFill/>
                </a:ln>
                <a:solidFill>
                  <a:srgbClr val="3872B8"/>
                </a:solidFill>
                <a:effectLst/>
                <a:uLnTx/>
                <a:uFillTx/>
                <a:latin typeface="Arial" panose="020B0604020202020204"/>
                <a:ea typeface="+mj-ea"/>
                <a:cs typeface="Arial" panose="020B0604020202020204"/>
              </a:rPr>
              <a:t>i</a:t>
            </a:r>
            <a:r>
              <a:rPr kumimoji="0" sz="2650" b="1" i="0" u="none" strike="noStrike" kern="0" cap="none" spc="85" normalizeH="0" baseline="0" noProof="0" dirty="0">
                <a:ln>
                  <a:noFill/>
                </a:ln>
                <a:solidFill>
                  <a:srgbClr val="3872B8"/>
                </a:solidFill>
                <a:effectLst/>
                <a:uLnTx/>
                <a:uFillTx/>
                <a:latin typeface="Arial" panose="020B0604020202020204"/>
                <a:ea typeface="+mj-ea"/>
                <a:cs typeface="Arial" panose="020B0604020202020204"/>
              </a:rPr>
              <a:t>n</a:t>
            </a:r>
            <a:r>
              <a:rPr kumimoji="0" sz="2650" b="1" i="0" u="none" strike="noStrike" kern="0" cap="none" spc="210" normalizeH="0" baseline="0" noProof="0" dirty="0">
                <a:ln>
                  <a:noFill/>
                </a:ln>
                <a:solidFill>
                  <a:srgbClr val="3872B8"/>
                </a:solidFill>
                <a:effectLst/>
                <a:uLnTx/>
                <a:uFillTx/>
                <a:latin typeface="Arial" panose="020B0604020202020204"/>
                <a:ea typeface="+mj-ea"/>
                <a:cs typeface="Arial" panose="020B0604020202020204"/>
              </a:rPr>
              <a:t>d</a:t>
            </a:r>
            <a:r>
              <a:rPr kumimoji="0" sz="2650" b="1" i="0" u="none" strike="noStrike" kern="0" cap="none" spc="110" normalizeH="0" baseline="0" noProof="0" dirty="0">
                <a:ln>
                  <a:noFill/>
                </a:ln>
                <a:solidFill>
                  <a:srgbClr val="3872B8"/>
                </a:solidFill>
                <a:effectLst/>
                <a:uLnTx/>
                <a:uFillTx/>
                <a:latin typeface="Arial" panose="020B0604020202020204"/>
                <a:ea typeface="+mj-ea"/>
                <a:cs typeface="Arial" panose="020B0604020202020204"/>
              </a:rPr>
              <a:t>i</a:t>
            </a:r>
            <a:r>
              <a:rPr kumimoji="0" sz="2650" b="1" i="0" u="none" strike="noStrike" kern="0" cap="none" spc="85" normalizeH="0" baseline="0" noProof="0" dirty="0">
                <a:ln>
                  <a:noFill/>
                </a:ln>
                <a:solidFill>
                  <a:srgbClr val="3872B8"/>
                </a:solidFill>
                <a:effectLst/>
                <a:uLnTx/>
                <a:uFillTx/>
                <a:latin typeface="Arial" panose="020B0604020202020204"/>
                <a:ea typeface="+mj-ea"/>
                <a:cs typeface="Arial" panose="020B0604020202020204"/>
              </a:rPr>
              <a:t>n</a:t>
            </a:r>
            <a:r>
              <a:rPr kumimoji="0" sz="2650" b="1" i="0" u="none" strike="noStrike" kern="0" cap="none" spc="75" normalizeH="0" baseline="0" noProof="0" dirty="0">
                <a:ln>
                  <a:noFill/>
                </a:ln>
                <a:solidFill>
                  <a:srgbClr val="3872B8"/>
                </a:solidFill>
                <a:effectLst/>
                <a:uLnTx/>
                <a:uFillTx/>
                <a:latin typeface="Arial" panose="020B0604020202020204"/>
                <a:ea typeface="+mj-ea"/>
                <a:cs typeface="Arial" panose="020B0604020202020204"/>
              </a:rPr>
              <a:t>gs</a:t>
            </a:r>
            <a:endParaRPr kumimoji="0" sz="2650" b="1" i="0" u="none" strike="noStrike" kern="0" cap="none" spc="0" normalizeH="0" baseline="0" noProof="0">
              <a:ln>
                <a:noFill/>
              </a:ln>
              <a:solidFill>
                <a:srgbClr val="3A74B8"/>
              </a:solidFill>
              <a:effectLst/>
              <a:uLnTx/>
              <a:uFillTx/>
              <a:latin typeface="Arial" panose="020B0604020202020204"/>
              <a:ea typeface="+mj-ea"/>
              <a:cs typeface="Arial" panose="020B0604020202020204"/>
            </a:endParaRPr>
          </a:p>
        </p:txBody>
      </p:sp>
      <p:sp>
        <p:nvSpPr>
          <p:cNvPr id="19" name="object 19"/>
          <p:cNvSpPr txBox="1"/>
          <p:nvPr/>
        </p:nvSpPr>
        <p:spPr>
          <a:xfrm>
            <a:off x="1416050" y="4835525"/>
            <a:ext cx="7146925" cy="1250315"/>
          </a:xfrm>
          <a:prstGeom prst="rect">
            <a:avLst/>
          </a:prstGeom>
        </p:spPr>
        <p:txBody>
          <a:bodyPr vert="horz" wrap="square" lIns="0" tIns="0" rIns="0" bIns="0" rtlCol="0">
            <a:spAutoFit/>
          </a:bodyPr>
          <a:p>
            <a:pPr marL="12700" algn="ctr" eaLnBrk="1" hangingPunct="1">
              <a:lnSpc>
                <a:spcPct val="125000"/>
              </a:lnSpc>
              <a:buNone/>
            </a:pPr>
            <a:r>
              <a:rPr lang="zh-CN" altLang="x-none" sz="1300">
                <a:solidFill>
                  <a:srgbClr val="645E6B"/>
                </a:solidFill>
                <a:latin typeface="Times New Roman" panose="02020603050405020304" pitchFamily="18" charset="0"/>
                <a:cs typeface="Times New Roman" panose="02020603050405020304" pitchFamily="18" charset="0"/>
              </a:rPr>
              <a:t>The OTT consumer segmentation model was evaluated using Random Forest, SVM, and KNN</a:t>
            </a:r>
            <a:r>
              <a:rPr lang="zh-CN" altLang="x-none" sz="1300">
                <a:solidFill>
                  <a:srgbClr val="7E7B7E"/>
                </a:solidFill>
                <a:latin typeface="Times New Roman" panose="02020603050405020304" pitchFamily="18" charset="0"/>
                <a:cs typeface="Times New Roman" panose="02020603050405020304" pitchFamily="18" charset="0"/>
              </a:rPr>
              <a:t>,</a:t>
            </a:r>
            <a:r>
              <a:rPr lang="zh-CN" altLang="x-none" sz="1300">
                <a:solidFill>
                  <a:srgbClr val="645E6B"/>
                </a:solidFill>
                <a:latin typeface="Times New Roman" panose="02020603050405020304" pitchFamily="18" charset="0"/>
                <a:cs typeface="Times New Roman" panose="02020603050405020304" pitchFamily="18" charset="0"/>
              </a:rPr>
              <a:t>with performance assessed through accurac</a:t>
            </a:r>
            <a:r>
              <a:rPr lang="zh-CN" altLang="x-none" sz="1300">
                <a:solidFill>
                  <a:srgbClr val="7E7B7E"/>
                </a:solidFill>
                <a:latin typeface="Times New Roman" panose="02020603050405020304" pitchFamily="18" charset="0"/>
                <a:cs typeface="Times New Roman" panose="02020603050405020304" pitchFamily="18" charset="0"/>
              </a:rPr>
              <a:t>y,</a:t>
            </a:r>
            <a:r>
              <a:rPr lang="zh-CN" altLang="x-none" sz="1300">
                <a:solidFill>
                  <a:srgbClr val="645E6B"/>
                </a:solidFill>
                <a:latin typeface="Times New Roman" panose="02020603050405020304" pitchFamily="18" charset="0"/>
                <a:cs typeface="Times New Roman" panose="02020603050405020304" pitchFamily="18" charset="0"/>
              </a:rPr>
              <a:t>precision, recall, and </a:t>
            </a:r>
            <a:r>
              <a:rPr lang="zh-CN" altLang="x-none" sz="1300">
                <a:solidFill>
                  <a:srgbClr val="504B57"/>
                </a:solidFill>
                <a:latin typeface="Times New Roman" panose="02020603050405020304" pitchFamily="18" charset="0"/>
                <a:cs typeface="Times New Roman" panose="02020603050405020304" pitchFamily="18" charset="0"/>
              </a:rPr>
              <a:t>F</a:t>
            </a:r>
            <a:r>
              <a:rPr lang="en-US" altLang="zh-CN" sz="1300">
                <a:solidFill>
                  <a:srgbClr val="504B57"/>
                </a:solidFill>
                <a:latin typeface="Times New Roman" panose="02020603050405020304" pitchFamily="18" charset="0"/>
                <a:cs typeface="Times New Roman" panose="02020603050405020304" pitchFamily="18" charset="0"/>
              </a:rPr>
              <a:t>1</a:t>
            </a:r>
            <a:r>
              <a:rPr lang="zh-CN" altLang="x-none" sz="1300">
                <a:solidFill>
                  <a:srgbClr val="7E7B7E"/>
                </a:solidFill>
                <a:latin typeface="Times New Roman" panose="02020603050405020304" pitchFamily="18" charset="0"/>
                <a:cs typeface="Times New Roman" panose="02020603050405020304" pitchFamily="18" charset="0"/>
              </a:rPr>
              <a:t>-</a:t>
            </a:r>
            <a:r>
              <a:rPr lang="zh-CN" altLang="x-none" sz="1300">
                <a:solidFill>
                  <a:srgbClr val="645E6B"/>
                </a:solidFill>
                <a:latin typeface="Times New Roman" panose="02020603050405020304" pitchFamily="18" charset="0"/>
                <a:cs typeface="Times New Roman" panose="02020603050405020304" pitchFamily="18" charset="0"/>
              </a:rPr>
              <a:t>score</a:t>
            </a:r>
            <a:r>
              <a:rPr lang="zh-CN" altLang="x-none" sz="1300">
                <a:solidFill>
                  <a:srgbClr val="6B5444"/>
                </a:solidFill>
                <a:latin typeface="Times New Roman" panose="02020603050405020304" pitchFamily="18" charset="0"/>
                <a:cs typeface="Times New Roman" panose="02020603050405020304" pitchFamily="18" charset="0"/>
              </a:rPr>
              <a:t>. </a:t>
            </a:r>
            <a:r>
              <a:rPr lang="zh-CN" altLang="x-none" sz="1300">
                <a:solidFill>
                  <a:srgbClr val="645E6B"/>
                </a:solidFill>
                <a:latin typeface="Times New Roman" panose="02020603050405020304" pitchFamily="18" charset="0"/>
                <a:cs typeface="Times New Roman" panose="02020603050405020304" pitchFamily="18" charset="0"/>
              </a:rPr>
              <a:t>Random Forest outperformed the others due to </a:t>
            </a:r>
            <a:r>
              <a:rPr lang="zh-CN" altLang="x-none" sz="1300">
                <a:solidFill>
                  <a:srgbClr val="504B57"/>
                </a:solidFill>
                <a:latin typeface="Times New Roman" panose="02020603050405020304" pitchFamily="18" charset="0"/>
                <a:cs typeface="Times New Roman" panose="02020603050405020304" pitchFamily="18" charset="0"/>
              </a:rPr>
              <a:t>its </a:t>
            </a:r>
            <a:r>
              <a:rPr lang="zh-CN" altLang="x-none" sz="1300">
                <a:solidFill>
                  <a:srgbClr val="645E6B"/>
                </a:solidFill>
                <a:latin typeface="Times New Roman" panose="02020603050405020304" pitchFamily="18" charset="0"/>
                <a:cs typeface="Times New Roman" panose="02020603050405020304" pitchFamily="18" charset="0"/>
              </a:rPr>
              <a:t>ensemble learning approach, effectively handling complex consumer behavior and reducing overfitting</a:t>
            </a:r>
            <a:r>
              <a:rPr lang="zh-CN" altLang="x-none" sz="1300">
                <a:solidFill>
                  <a:srgbClr val="495D7C"/>
                </a:solidFill>
                <a:latin typeface="Times New Roman" panose="02020603050405020304" pitchFamily="18" charset="0"/>
                <a:cs typeface="Times New Roman" panose="02020603050405020304" pitchFamily="18" charset="0"/>
              </a:rPr>
              <a:t>.</a:t>
            </a:r>
            <a:r>
              <a:rPr lang="zh-CN" altLang="x-none" sz="1300">
                <a:solidFill>
                  <a:srgbClr val="645E6B"/>
                </a:solidFill>
                <a:latin typeface="Times New Roman" panose="02020603050405020304" pitchFamily="18" charset="0"/>
                <a:cs typeface="Times New Roman" panose="02020603050405020304" pitchFamily="18" charset="0"/>
              </a:rPr>
              <a:t>SVM showed moderate performance but struggled with overlapping segments,while </a:t>
            </a:r>
            <a:r>
              <a:rPr lang="zh-CN" altLang="x-none" sz="1300">
                <a:solidFill>
                  <a:srgbClr val="504B57"/>
                </a:solidFill>
                <a:latin typeface="Times New Roman" panose="02020603050405020304" pitchFamily="18" charset="0"/>
                <a:cs typeface="Times New Roman" panose="02020603050405020304" pitchFamily="18" charset="0"/>
              </a:rPr>
              <a:t>KNN </a:t>
            </a:r>
            <a:r>
              <a:rPr lang="zh-CN" altLang="x-none" sz="1300">
                <a:solidFill>
                  <a:srgbClr val="645E6B"/>
                </a:solidFill>
                <a:latin typeface="Times New Roman" panose="02020603050405020304" pitchFamily="18" charset="0"/>
                <a:cs typeface="Times New Roman" panose="02020603050405020304" pitchFamily="18" charset="0"/>
              </a:rPr>
              <a:t>performed the worst due </a:t>
            </a:r>
            <a:r>
              <a:rPr lang="zh-CN" altLang="x-none" sz="1300">
                <a:solidFill>
                  <a:srgbClr val="504B57"/>
                </a:solidFill>
                <a:latin typeface="Times New Roman" panose="02020603050405020304" pitchFamily="18" charset="0"/>
                <a:cs typeface="Times New Roman" panose="02020603050405020304" pitchFamily="18" charset="0"/>
              </a:rPr>
              <a:t>to its </a:t>
            </a:r>
            <a:r>
              <a:rPr lang="zh-CN" altLang="x-none" sz="1300">
                <a:solidFill>
                  <a:srgbClr val="645E6B"/>
                </a:solidFill>
                <a:latin typeface="Times New Roman" panose="02020603050405020304" pitchFamily="18" charset="0"/>
                <a:cs typeface="Times New Roman" panose="02020603050405020304" pitchFamily="18" charset="0"/>
              </a:rPr>
              <a:t>inefficiency </a:t>
            </a:r>
            <a:r>
              <a:rPr lang="zh-CN" altLang="x-none" sz="1300">
                <a:solidFill>
                  <a:srgbClr val="504B57"/>
                </a:solidFill>
                <a:latin typeface="Times New Roman" panose="02020603050405020304" pitchFamily="18" charset="0"/>
                <a:cs typeface="Times New Roman" panose="02020603050405020304" pitchFamily="18" charset="0"/>
              </a:rPr>
              <a:t>in </a:t>
            </a:r>
            <a:r>
              <a:rPr lang="zh-CN" altLang="x-none" sz="1300">
                <a:solidFill>
                  <a:srgbClr val="645E6B"/>
                </a:solidFill>
                <a:latin typeface="Times New Roman" panose="02020603050405020304" pitchFamily="18" charset="0"/>
                <a:cs typeface="Times New Roman" panose="02020603050405020304" pitchFamily="18" charset="0"/>
              </a:rPr>
              <a:t>high</a:t>
            </a:r>
            <a:r>
              <a:rPr lang="zh-CN" altLang="x-none" sz="1300">
                <a:solidFill>
                  <a:srgbClr val="7E7B7E"/>
                </a:solidFill>
                <a:latin typeface="Times New Roman" panose="02020603050405020304" pitchFamily="18" charset="0"/>
                <a:cs typeface="Times New Roman" panose="02020603050405020304" pitchFamily="18" charset="0"/>
              </a:rPr>
              <a:t>­ </a:t>
            </a:r>
            <a:r>
              <a:rPr lang="zh-CN" altLang="x-none" sz="1300">
                <a:solidFill>
                  <a:srgbClr val="645E6B"/>
                </a:solidFill>
                <a:latin typeface="Times New Roman" panose="02020603050405020304" pitchFamily="18" charset="0"/>
                <a:cs typeface="Times New Roman" panose="02020603050405020304" pitchFamily="18" charset="0"/>
              </a:rPr>
              <a:t>dimensional data and computational complexit</a:t>
            </a:r>
            <a:r>
              <a:rPr lang="zh-CN" altLang="x-none" sz="1300">
                <a:solidFill>
                  <a:srgbClr val="7E7B7E"/>
                </a:solidFill>
                <a:latin typeface="Times New Roman" panose="02020603050405020304" pitchFamily="18" charset="0"/>
                <a:cs typeface="Times New Roman" panose="02020603050405020304" pitchFamily="18" charset="0"/>
              </a:rPr>
              <a:t>y</a:t>
            </a:r>
            <a:r>
              <a:rPr lang="zh-CN" altLang="x-none" sz="1300">
                <a:solidFill>
                  <a:srgbClr val="645E6B"/>
                </a:solidFill>
                <a:latin typeface="Times New Roman" panose="02020603050405020304" pitchFamily="18" charset="0"/>
                <a:cs typeface="Times New Roman" panose="02020603050405020304" pitchFamily="18" charset="0"/>
              </a:rPr>
              <a:t>.</a:t>
            </a:r>
            <a:endParaRPr lang="zh-CN" altLang="x-none" sz="1300" dirty="0">
              <a:latin typeface="Times New Roman" panose="02020603050405020304" pitchFamily="18" charset="0"/>
              <a:ea typeface="Times New Roman" panose="02020603050405020304" pitchFamily="18" charset="0"/>
            </a:endParaRPr>
          </a:p>
        </p:txBody>
      </p:sp>
      <p:pic>
        <p:nvPicPr>
          <p:cNvPr id="2" name="Content Placeholder 1" descr="Screenshot 2025-04-03 014942"/>
          <p:cNvPicPr>
            <a:picLocks noChangeAspect="1"/>
          </p:cNvPicPr>
          <p:nvPr>
            <p:ph sz="half" idx="2"/>
          </p:nvPr>
        </p:nvPicPr>
        <p:blipFill>
          <a:blip r:embed="rId2"/>
          <a:stretch>
            <a:fillRect/>
          </a:stretch>
        </p:blipFill>
        <p:spPr>
          <a:xfrm>
            <a:off x="2851150" y="2057400"/>
            <a:ext cx="4375150" cy="23304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 name="object 10"/>
          <p:cNvSpPr txBox="1">
            <a:spLocks noGrp="1"/>
          </p:cNvSpPr>
          <p:nvPr>
            <p:ph type="title"/>
          </p:nvPr>
        </p:nvSpPr>
        <p:spPr>
          <a:xfrm>
            <a:off x="457200" y="762000"/>
            <a:ext cx="9359900" cy="412750"/>
          </a:xfrm>
        </p:spPr>
        <p:txBody>
          <a:bodyPr vert="horz" wrap="square" lIns="0" tIns="0" rIns="0" bIns="0" rtlCol="0">
            <a:spAutoFit/>
          </a:bodyPr>
          <a:lstStyle/>
          <a:p>
            <a:pPr marL="31750" marR="0" lvl="0" indent="0" defTabSz="914400" eaLnBrk="1" fontAlgn="auto" latinLnBrk="0" hangingPunct="1">
              <a:lnSpc>
                <a:spcPct val="100000"/>
              </a:lnSpc>
              <a:spcBef>
                <a:spcPts val="0"/>
              </a:spcBef>
              <a:spcAft>
                <a:spcPts val="0"/>
              </a:spcAft>
              <a:buClrTx/>
              <a:buSzTx/>
              <a:buFontTx/>
              <a:buNone/>
              <a:defRPr/>
            </a:pPr>
            <a:r>
              <a:rPr kumimoji="0" sz="3050" b="0" i="0" u="none" strike="noStrike" kern="0" cap="none" spc="-195" normalizeH="0" baseline="0" noProof="0" dirty="0">
                <a:ln>
                  <a:noFill/>
                </a:ln>
                <a:solidFill>
                  <a:srgbClr val="67626E"/>
                </a:solidFill>
                <a:effectLst/>
                <a:uLnTx/>
                <a:uFillTx/>
                <a:latin typeface="Arial" panose="020B0604020202020204"/>
                <a:ea typeface="+mj-ea"/>
                <a:cs typeface="Arial" panose="020B0604020202020204"/>
              </a:rPr>
              <a:t>·</a:t>
            </a:r>
            <a:r>
              <a:rPr kumimoji="0" sz="3050" b="0" i="0" u="none" strike="noStrike" kern="0" cap="none" spc="-1410" normalizeH="0" baseline="0" noProof="0" dirty="0">
                <a:ln>
                  <a:noFill/>
                </a:ln>
                <a:solidFill>
                  <a:srgbClr val="DBDBDB"/>
                </a:solidFill>
                <a:effectLst/>
                <a:uLnTx/>
                <a:uFillTx/>
                <a:latin typeface="Arial" panose="020B0604020202020204"/>
                <a:ea typeface="+mj-ea"/>
                <a:cs typeface="Arial" panose="020B0604020202020204"/>
              </a:rPr>
              <a:t>1</a:t>
            </a:r>
            <a:r>
              <a:rPr kumimoji="0" sz="3050" b="0" i="0" u="none" strike="noStrike" kern="0" cap="none" spc="-165" normalizeH="0" baseline="0" noProof="0" dirty="0">
                <a:ln>
                  <a:noFill/>
                </a:ln>
                <a:solidFill>
                  <a:srgbClr val="DBDBDB"/>
                </a:solidFill>
                <a:effectLst/>
                <a:uLnTx/>
                <a:uFillTx/>
                <a:latin typeface="Arial" panose="020B0604020202020204"/>
                <a:ea typeface="+mj-ea"/>
                <a:cs typeface="Arial" panose="020B0604020202020204"/>
              </a:rPr>
              <a:t> </a:t>
            </a:r>
            <a:r>
              <a:rPr kumimoji="0" sz="2600" b="1" i="0" u="none" strike="noStrike" kern="0" cap="none" spc="155" normalizeH="0" baseline="0" noProof="0" dirty="0">
                <a:ln>
                  <a:noFill/>
                </a:ln>
                <a:solidFill>
                  <a:srgbClr val="3A72B8"/>
                </a:solidFill>
                <a:effectLst/>
                <a:uLnTx/>
                <a:uFillTx/>
                <a:latin typeface="Arial" panose="020B0604020202020204"/>
                <a:ea typeface="+mj-ea"/>
                <a:cs typeface="Arial" panose="020B0604020202020204"/>
              </a:rPr>
              <a:t>V</a:t>
            </a:r>
            <a:r>
              <a:rPr kumimoji="0" sz="2600" b="1" i="0" u="none" strike="noStrike" kern="0" cap="none" spc="140" normalizeH="0" baseline="0" noProof="0" dirty="0">
                <a:ln>
                  <a:noFill/>
                </a:ln>
                <a:solidFill>
                  <a:srgbClr val="3A72B8"/>
                </a:solidFill>
                <a:effectLst/>
                <a:uLnTx/>
                <a:uFillTx/>
                <a:latin typeface="Arial" panose="020B0604020202020204"/>
                <a:ea typeface="+mj-ea"/>
                <a:cs typeface="Arial" panose="020B0604020202020204"/>
              </a:rPr>
              <a:t>i</a:t>
            </a:r>
            <a:r>
              <a:rPr kumimoji="0" sz="2600" b="1" i="0" u="none" strike="noStrike" kern="0" cap="none" spc="130" normalizeH="0" baseline="0" noProof="0" dirty="0">
                <a:ln>
                  <a:noFill/>
                </a:ln>
                <a:solidFill>
                  <a:srgbClr val="3A72B8"/>
                </a:solidFill>
                <a:effectLst/>
                <a:uLnTx/>
                <a:uFillTx/>
                <a:latin typeface="Arial" panose="020B0604020202020204"/>
                <a:ea typeface="+mj-ea"/>
                <a:cs typeface="Arial" panose="020B0604020202020204"/>
              </a:rPr>
              <a:t>sua</a:t>
            </a:r>
            <a:r>
              <a:rPr kumimoji="0" sz="2600" b="1" i="0" u="none" strike="noStrike" kern="0" cap="none" spc="195" normalizeH="0" baseline="0" noProof="0" dirty="0">
                <a:ln>
                  <a:noFill/>
                </a:ln>
                <a:solidFill>
                  <a:srgbClr val="3A72B8"/>
                </a:solidFill>
                <a:effectLst/>
                <a:uLnTx/>
                <a:uFillTx/>
                <a:latin typeface="Arial" panose="020B0604020202020204"/>
                <a:ea typeface="+mj-ea"/>
                <a:cs typeface="Arial" panose="020B0604020202020204"/>
              </a:rPr>
              <a:t>l</a:t>
            </a:r>
            <a:r>
              <a:rPr kumimoji="0" sz="2600" b="1" i="0" u="none" strike="noStrike" kern="0" cap="none" spc="90" normalizeH="0" baseline="0" noProof="0" dirty="0">
                <a:ln>
                  <a:noFill/>
                </a:ln>
                <a:solidFill>
                  <a:srgbClr val="3A72B8"/>
                </a:solidFill>
                <a:effectLst/>
                <a:uLnTx/>
                <a:uFillTx/>
                <a:latin typeface="Arial" panose="020B0604020202020204"/>
                <a:ea typeface="+mj-ea"/>
                <a:cs typeface="Arial" panose="020B0604020202020204"/>
              </a:rPr>
              <a:t>i</a:t>
            </a:r>
            <a:r>
              <a:rPr kumimoji="0" sz="2600" b="1" i="0" u="none" strike="noStrike" kern="0" cap="none" spc="10" normalizeH="0" baseline="0" noProof="0" dirty="0">
                <a:ln>
                  <a:noFill/>
                </a:ln>
                <a:solidFill>
                  <a:srgbClr val="3A72B8"/>
                </a:solidFill>
                <a:effectLst/>
                <a:uLnTx/>
                <a:uFillTx/>
                <a:latin typeface="Arial" panose="020B0604020202020204"/>
                <a:ea typeface="+mj-ea"/>
                <a:cs typeface="Arial" panose="020B0604020202020204"/>
              </a:rPr>
              <a:t>z</a:t>
            </a:r>
            <a:r>
              <a:rPr kumimoji="0" sz="2600" b="1" i="0" u="none" strike="noStrike" kern="0" cap="none" spc="114" normalizeH="0" baseline="0" noProof="0" dirty="0">
                <a:ln>
                  <a:noFill/>
                </a:ln>
                <a:solidFill>
                  <a:srgbClr val="3A72B8"/>
                </a:solidFill>
                <a:effectLst/>
                <a:uLnTx/>
                <a:uFillTx/>
                <a:latin typeface="Arial" panose="020B0604020202020204"/>
                <a:ea typeface="+mj-ea"/>
                <a:cs typeface="Arial" panose="020B0604020202020204"/>
              </a:rPr>
              <a:t>i</a:t>
            </a:r>
            <a:r>
              <a:rPr kumimoji="0" sz="2600" b="1" i="0" u="none" strike="noStrike" kern="0" cap="none" spc="120" normalizeH="0" baseline="0" noProof="0" dirty="0">
                <a:ln>
                  <a:noFill/>
                </a:ln>
                <a:solidFill>
                  <a:srgbClr val="3A72B8"/>
                </a:solidFill>
                <a:effectLst/>
                <a:uLnTx/>
                <a:uFillTx/>
                <a:latin typeface="Arial" panose="020B0604020202020204"/>
                <a:ea typeface="+mj-ea"/>
                <a:cs typeface="Arial" panose="020B0604020202020204"/>
              </a:rPr>
              <a:t>n</a:t>
            </a:r>
            <a:r>
              <a:rPr kumimoji="0" sz="2600" b="1" i="0" u="none" strike="noStrike" kern="0" cap="none" spc="270" normalizeH="0" baseline="0" noProof="0" dirty="0">
                <a:ln>
                  <a:noFill/>
                </a:ln>
                <a:solidFill>
                  <a:srgbClr val="3A72B8"/>
                </a:solidFill>
                <a:effectLst/>
                <a:uLnTx/>
                <a:uFillTx/>
                <a:latin typeface="Arial" panose="020B0604020202020204"/>
                <a:ea typeface="+mj-ea"/>
                <a:cs typeface="Arial" panose="020B0604020202020204"/>
              </a:rPr>
              <a:t>g</a:t>
            </a:r>
            <a:r>
              <a:rPr kumimoji="0" sz="2600" b="1" i="0" u="none" strike="noStrike" kern="0" cap="none" spc="30" normalizeH="0" baseline="0" noProof="0" dirty="0">
                <a:ln>
                  <a:noFill/>
                </a:ln>
                <a:solidFill>
                  <a:srgbClr val="3A72B8"/>
                </a:solidFill>
                <a:effectLst/>
                <a:uLnTx/>
                <a:uFillTx/>
                <a:latin typeface="Arial" panose="020B0604020202020204"/>
                <a:ea typeface="+mj-ea"/>
                <a:cs typeface="Arial" panose="020B0604020202020204"/>
              </a:rPr>
              <a:t> </a:t>
            </a:r>
            <a:r>
              <a:rPr kumimoji="0" sz="2600" b="1" i="0" u="none" strike="noStrike" kern="0" cap="none" spc="120" normalizeH="0" baseline="0" noProof="0" dirty="0">
                <a:ln>
                  <a:noFill/>
                </a:ln>
                <a:solidFill>
                  <a:srgbClr val="3A72B8"/>
                </a:solidFill>
                <a:effectLst/>
                <a:uLnTx/>
                <a:uFillTx/>
                <a:latin typeface="Arial" panose="020B0604020202020204"/>
                <a:ea typeface="+mj-ea"/>
                <a:cs typeface="Arial" panose="020B0604020202020204"/>
              </a:rPr>
              <a:t>t</a:t>
            </a:r>
            <a:r>
              <a:rPr kumimoji="0" sz="2600" b="1" i="0" u="none" strike="noStrike" kern="0" cap="none" spc="250" normalizeH="0" baseline="0" noProof="0" dirty="0">
                <a:ln>
                  <a:noFill/>
                </a:ln>
                <a:solidFill>
                  <a:srgbClr val="3A72B8"/>
                </a:solidFill>
                <a:effectLst/>
                <a:uLnTx/>
                <a:uFillTx/>
                <a:latin typeface="Arial" panose="020B0604020202020204"/>
                <a:ea typeface="+mj-ea"/>
                <a:cs typeface="Arial" panose="020B0604020202020204"/>
              </a:rPr>
              <a:t>h</a:t>
            </a:r>
            <a:r>
              <a:rPr kumimoji="0" sz="2600" b="1" i="0" u="none" strike="noStrike" kern="0" cap="none" spc="245" normalizeH="0" baseline="0" noProof="0" dirty="0">
                <a:ln>
                  <a:noFill/>
                </a:ln>
                <a:solidFill>
                  <a:srgbClr val="3A72B8"/>
                </a:solidFill>
                <a:effectLst/>
                <a:uLnTx/>
                <a:uFillTx/>
                <a:latin typeface="Arial" panose="020B0604020202020204"/>
                <a:ea typeface="+mj-ea"/>
                <a:cs typeface="Arial" panose="020B0604020202020204"/>
              </a:rPr>
              <a:t>e</a:t>
            </a:r>
            <a:r>
              <a:rPr kumimoji="0" sz="2600" b="1" i="0" u="none" strike="noStrike" kern="0" cap="none" spc="60" normalizeH="0" baseline="0" noProof="0" dirty="0">
                <a:ln>
                  <a:noFill/>
                </a:ln>
                <a:solidFill>
                  <a:srgbClr val="3A72B8"/>
                </a:solidFill>
                <a:effectLst/>
                <a:uLnTx/>
                <a:uFillTx/>
                <a:latin typeface="Arial" panose="020B0604020202020204"/>
                <a:ea typeface="+mj-ea"/>
                <a:cs typeface="Arial" panose="020B0604020202020204"/>
              </a:rPr>
              <a:t> </a:t>
            </a:r>
            <a:r>
              <a:rPr kumimoji="0" sz="2600" b="1" i="0" u="none" strike="noStrike" kern="0" cap="none" spc="-229" normalizeH="0" baseline="0" noProof="0" dirty="0">
                <a:ln>
                  <a:noFill/>
                </a:ln>
                <a:solidFill>
                  <a:srgbClr val="3A72B8"/>
                </a:solidFill>
                <a:effectLst/>
                <a:uLnTx/>
                <a:uFillTx/>
                <a:latin typeface="Arial" panose="020B0604020202020204"/>
                <a:ea typeface="+mj-ea"/>
                <a:cs typeface="Arial" panose="020B0604020202020204"/>
              </a:rPr>
              <a:t>R</a:t>
            </a:r>
            <a:r>
              <a:rPr kumimoji="0" sz="2600" b="1" i="0" u="none" strike="noStrike" kern="0" cap="none" spc="125" normalizeH="0" baseline="0" noProof="0" dirty="0">
                <a:ln>
                  <a:noFill/>
                </a:ln>
                <a:solidFill>
                  <a:srgbClr val="3A72B8"/>
                </a:solidFill>
                <a:effectLst/>
                <a:uLnTx/>
                <a:uFillTx/>
                <a:latin typeface="Arial" panose="020B0604020202020204"/>
                <a:ea typeface="+mj-ea"/>
                <a:cs typeface="Arial" panose="020B0604020202020204"/>
              </a:rPr>
              <a:t>e</a:t>
            </a:r>
            <a:r>
              <a:rPr kumimoji="0" sz="2600" b="1" i="0" u="none" strike="noStrike" kern="0" cap="none" spc="85" normalizeH="0" baseline="0" noProof="0" dirty="0">
                <a:ln>
                  <a:noFill/>
                </a:ln>
                <a:solidFill>
                  <a:srgbClr val="3A72B8"/>
                </a:solidFill>
                <a:effectLst/>
                <a:uLnTx/>
                <a:uFillTx/>
                <a:latin typeface="Arial" panose="020B0604020202020204"/>
                <a:ea typeface="+mj-ea"/>
                <a:cs typeface="Arial" panose="020B0604020202020204"/>
              </a:rPr>
              <a:t>sults</a:t>
            </a:r>
            <a:endParaRPr kumimoji="0" sz="3050" b="1" i="0" u="none" strike="noStrike" kern="0" cap="none" spc="0" normalizeH="0" baseline="0" noProof="0">
              <a:ln>
                <a:noFill/>
              </a:ln>
              <a:solidFill>
                <a:srgbClr val="3A74B8"/>
              </a:solidFill>
              <a:effectLst/>
              <a:uLnTx/>
              <a:uFillTx/>
              <a:latin typeface="Arial" panose="020B0604020202020204"/>
              <a:ea typeface="+mj-ea"/>
              <a:cs typeface="Arial" panose="020B0604020202020204"/>
            </a:endParaRPr>
          </a:p>
        </p:txBody>
      </p:sp>
      <p:pic>
        <p:nvPicPr>
          <p:cNvPr id="5" name="Content Placeholder 4" descr="Screenshot 2025-04-04 115845"/>
          <p:cNvPicPr>
            <a:picLocks noChangeAspect="1"/>
          </p:cNvPicPr>
          <p:nvPr>
            <p:ph sz="half" idx="2"/>
          </p:nvPr>
        </p:nvPicPr>
        <p:blipFill>
          <a:blip r:embed="rId1"/>
          <a:stretch>
            <a:fillRect/>
          </a:stretch>
        </p:blipFill>
        <p:spPr>
          <a:xfrm>
            <a:off x="1549400" y="1447800"/>
            <a:ext cx="6959600" cy="2624455"/>
          </a:xfrm>
          <a:prstGeom prst="rect">
            <a:avLst/>
          </a:prstGeom>
        </p:spPr>
      </p:pic>
      <p:sp>
        <p:nvSpPr>
          <p:cNvPr id="31746" name="object 2"/>
          <p:cNvSpPr/>
          <p:nvPr/>
        </p:nvSpPr>
        <p:spPr>
          <a:xfrm>
            <a:off x="1549400" y="1600200"/>
            <a:ext cx="514350" cy="514350"/>
          </a:xfrm>
          <a:prstGeom prst="rect">
            <a:avLst/>
          </a:prstGeom>
          <a:blipFill rotWithShape="1">
            <a:blip r:embed="rId2"/>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7" name="Text Box 6"/>
          <p:cNvSpPr txBox="1"/>
          <p:nvPr/>
        </p:nvSpPr>
        <p:spPr>
          <a:xfrm>
            <a:off x="337820" y="4572000"/>
            <a:ext cx="9479280" cy="1753235"/>
          </a:xfrm>
          <a:prstGeom prst="rect">
            <a:avLst/>
          </a:prstGeom>
          <a:noFill/>
        </p:spPr>
        <p:txBody>
          <a:bodyPr wrap="square" rtlCol="0">
            <a:spAutoFit/>
          </a:bodyPr>
          <a:p>
            <a:r>
              <a:rPr lang="en-US" altLang="en-US">
                <a:latin typeface="Times New Roman" panose="02020603050405020304" pitchFamily="18" charset="0"/>
                <a:cs typeface="Times New Roman" panose="02020603050405020304" pitchFamily="18" charset="0"/>
              </a:rPr>
              <a:t>The pie charts represent categorical feature distributions, including Gender, Region, and Preferred Genre. These charts help in segmenting users based on demographic and content preferences, enabling targeted recommendations and marketing strategies. For example, the gender distribution indicates diverse audience representation, while regional segmentation highlights the geographical variations in OTT usage. The genre preference distribution assists in curating personalized content, ensuring higher user engagement and satisfaction.</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p:nvPr/>
        </p:nvSpPr>
        <p:spPr>
          <a:xfrm>
            <a:off x="1644650" y="4017963"/>
            <a:ext cx="503238" cy="9398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7200" u="sng" kern="1200" cap="none" spc="-245" normalizeH="0" baseline="0" noProof="0" dirty="0">
                <a:solidFill>
                  <a:srgbClr val="89ACD4"/>
                </a:solidFill>
                <a:latin typeface="Arial" panose="020B0604020202020204"/>
                <a:ea typeface="+mn-ea"/>
                <a:cs typeface="Arial" panose="020B0604020202020204"/>
              </a:rPr>
              <a:t>0</a:t>
            </a:r>
            <a:endParaRPr kumimoji="0" sz="7200" kern="1200" cap="none" spc="0" normalizeH="0" baseline="0" noProof="0">
              <a:latin typeface="Arial" panose="020B0604020202020204"/>
              <a:ea typeface="+mn-ea"/>
              <a:cs typeface="Arial" panose="020B0604020202020204"/>
            </a:endParaRPr>
          </a:p>
        </p:txBody>
      </p:sp>
      <p:sp>
        <p:nvSpPr>
          <p:cNvPr id="3" name="object 3"/>
          <p:cNvSpPr txBox="1"/>
          <p:nvPr/>
        </p:nvSpPr>
        <p:spPr>
          <a:xfrm>
            <a:off x="4073525" y="3494405"/>
            <a:ext cx="2346960" cy="338455"/>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lang="en-US" sz="2200" kern="1200" cap="none" spc="0" normalizeH="0" baseline="0" noProof="0">
                <a:solidFill>
                  <a:srgbClr val="0070C0"/>
                </a:solidFill>
                <a:latin typeface="Arial Black" panose="020B0A04020102020204" charset="0"/>
                <a:ea typeface="+mn-ea"/>
                <a:cs typeface="Arial Black" panose="020B0A04020102020204" charset="0"/>
              </a:rPr>
              <a:t>CONCLUSION</a:t>
            </a:r>
            <a:endParaRPr kumimoji="0" lang="en-US" sz="2200" kern="1200" cap="none" spc="0" normalizeH="0" baseline="0" noProof="0">
              <a:solidFill>
                <a:srgbClr val="0070C0"/>
              </a:solidFill>
              <a:latin typeface="Arial Black" panose="020B0A04020102020204" charset="0"/>
              <a:ea typeface="+mn-ea"/>
              <a:cs typeface="Arial Black" panose="020B0A04020102020204" charset="0"/>
            </a:endParaRPr>
          </a:p>
        </p:txBody>
      </p:sp>
      <p:sp>
        <p:nvSpPr>
          <p:cNvPr id="4" name="object 4"/>
          <p:cNvSpPr txBox="1"/>
          <p:nvPr/>
        </p:nvSpPr>
        <p:spPr>
          <a:xfrm>
            <a:off x="2806700" y="4406900"/>
            <a:ext cx="452438" cy="5080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3800" kern="1200" cap="none" spc="1245" normalizeH="0" baseline="0" noProof="0" dirty="0">
                <a:solidFill>
                  <a:srgbClr val="89ACD4"/>
                </a:solidFill>
                <a:latin typeface="Arial" panose="020B0604020202020204"/>
                <a:ea typeface="+mn-ea"/>
                <a:cs typeface="Arial" panose="020B0604020202020204"/>
              </a:rPr>
              <a:t>0</a:t>
            </a:r>
            <a:endParaRPr kumimoji="0" sz="3800" kern="1200" cap="none" spc="0" normalizeH="0" baseline="0" noProof="0">
              <a:latin typeface="Arial" panose="020B0604020202020204"/>
              <a:ea typeface="+mn-ea"/>
              <a:cs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5842" name="object 2"/>
          <p:cNvSpPr/>
          <p:nvPr>
            <p:custDataLst>
              <p:tags r:id="rId1"/>
            </p:custDataLst>
          </p:nvPr>
        </p:nvSpPr>
        <p:spPr>
          <a:xfrm>
            <a:off x="1143000" y="2324100"/>
            <a:ext cx="2095500" cy="1504950"/>
          </a:xfrm>
          <a:prstGeom prst="rect">
            <a:avLst/>
          </a:prstGeom>
          <a:blipFill rotWithShape="1">
            <a:blip r:embed="rId2"/>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35843" name="object 3"/>
          <p:cNvSpPr/>
          <p:nvPr>
            <p:custDataLst>
              <p:tags r:id="rId3"/>
            </p:custDataLst>
          </p:nvPr>
        </p:nvSpPr>
        <p:spPr>
          <a:xfrm>
            <a:off x="1143000" y="4152900"/>
            <a:ext cx="2095500" cy="1504950"/>
          </a:xfrm>
          <a:prstGeom prst="rect">
            <a:avLst/>
          </a:prstGeom>
          <a:blipFill rotWithShape="1">
            <a:blip r:embed="rId4"/>
            <a:stretch>
              <a:fillRect/>
            </a:stretch>
          </a:blipFill>
          <a:ln w="9525">
            <a:noFill/>
          </a:ln>
        </p:spPr>
        <p:txBody>
          <a:bodyPr lIns="0" tIns="0" rIns="0" bIns="0"/>
          <a:p>
            <a:pPr eaLnBrk="1" hangingPunct="1"/>
            <a:endParaRPr lang="zh-CN" altLang="x-none" dirty="0">
              <a:latin typeface="Calibri" panose="020F0502020204030204" pitchFamily="34" charset="0"/>
            </a:endParaRPr>
          </a:p>
        </p:txBody>
      </p:sp>
      <p:sp>
        <p:nvSpPr>
          <p:cNvPr id="5" name="object 5"/>
          <p:cNvSpPr txBox="1">
            <a:spLocks noGrp="1"/>
          </p:cNvSpPr>
          <p:nvPr>
            <p:ph type="title"/>
          </p:nvPr>
        </p:nvSpPr>
        <p:spPr>
          <a:xfrm>
            <a:off x="457200" y="457200"/>
            <a:ext cx="9359900" cy="412750"/>
          </a:xfrm>
        </p:spPr>
        <p:txBody>
          <a:bodyPr vert="horz" wrap="square" lIns="0" tIns="0" rIns="0" bIns="0" rtlCol="0">
            <a:spAutoFit/>
          </a:bodyPr>
          <a:lstStyle/>
          <a:p>
            <a:pPr marL="31750" marR="0" lvl="0" indent="0" defTabSz="914400" eaLnBrk="1" fontAlgn="auto" latinLnBrk="0" hangingPunct="1">
              <a:lnSpc>
                <a:spcPts val="3630"/>
              </a:lnSpc>
              <a:spcBef>
                <a:spcPts val="0"/>
              </a:spcBef>
              <a:spcAft>
                <a:spcPts val="0"/>
              </a:spcAft>
              <a:buClrTx/>
              <a:buSzTx/>
              <a:buFontTx/>
              <a:buNone/>
              <a:defRPr/>
            </a:pPr>
            <a:r>
              <a:rPr kumimoji="0" sz="3050" b="0" i="0" u="none" strike="noStrike" kern="0" cap="none" spc="-195" normalizeH="0" baseline="0" noProof="0" dirty="0">
                <a:ln>
                  <a:noFill/>
                </a:ln>
                <a:solidFill>
                  <a:srgbClr val="625B69"/>
                </a:solidFill>
                <a:effectLst/>
                <a:uLnTx/>
                <a:uFillTx/>
                <a:latin typeface="Arial" panose="020B0604020202020204"/>
                <a:ea typeface="+mj-ea"/>
                <a:cs typeface="Arial" panose="020B0604020202020204"/>
              </a:rPr>
              <a:t>·</a:t>
            </a:r>
            <a:r>
              <a:rPr kumimoji="0" sz="3050" b="0" i="0" u="none" strike="noStrike" kern="0" cap="none" spc="-1410" normalizeH="0" baseline="0" noProof="0" dirty="0">
                <a:ln>
                  <a:noFill/>
                </a:ln>
                <a:solidFill>
                  <a:srgbClr val="DBDBDB"/>
                </a:solidFill>
                <a:effectLst/>
                <a:uLnTx/>
                <a:uFillTx/>
                <a:latin typeface="Arial" panose="020B0604020202020204"/>
                <a:ea typeface="+mj-ea"/>
                <a:cs typeface="Arial" panose="020B0604020202020204"/>
              </a:rPr>
              <a:t>1</a:t>
            </a:r>
            <a:r>
              <a:rPr kumimoji="0" sz="3050" b="0" i="0" u="none" strike="noStrike" kern="0" cap="none" spc="-90" normalizeH="0" baseline="0" noProof="0" dirty="0">
                <a:ln>
                  <a:noFill/>
                </a:ln>
                <a:solidFill>
                  <a:srgbClr val="DBDBDB"/>
                </a:solidFill>
                <a:effectLst/>
                <a:uLnTx/>
                <a:uFillTx/>
                <a:latin typeface="Arial" panose="020B0604020202020204"/>
                <a:ea typeface="+mj-ea"/>
                <a:cs typeface="Arial" panose="020B0604020202020204"/>
              </a:rPr>
              <a:t> </a:t>
            </a:r>
            <a:r>
              <a:rPr kumimoji="0" sz="2600" b="1" i="0" u="none" strike="noStrike" kern="0" cap="none" spc="65" normalizeH="0" baseline="0" noProof="0" dirty="0">
                <a:ln>
                  <a:noFill/>
                </a:ln>
                <a:solidFill>
                  <a:srgbClr val="3A74B8"/>
                </a:solidFill>
                <a:effectLst/>
                <a:uLnTx/>
                <a:uFillTx/>
                <a:latin typeface="Arial" panose="020B0604020202020204"/>
                <a:ea typeface="+mj-ea"/>
                <a:cs typeface="Arial" panose="020B0604020202020204"/>
              </a:rPr>
              <a:t>C</a:t>
            </a:r>
            <a:r>
              <a:rPr kumimoji="0" sz="2600" b="1" i="0" u="none" strike="noStrike" kern="0" cap="none" spc="125" normalizeH="0" baseline="0" noProof="0" dirty="0">
                <a:ln>
                  <a:noFill/>
                </a:ln>
                <a:solidFill>
                  <a:srgbClr val="3A74B8"/>
                </a:solidFill>
                <a:effectLst/>
                <a:uLnTx/>
                <a:uFillTx/>
                <a:latin typeface="Arial" panose="020B0604020202020204"/>
                <a:ea typeface="+mj-ea"/>
                <a:cs typeface="Arial" panose="020B0604020202020204"/>
              </a:rPr>
              <a:t>o</a:t>
            </a:r>
            <a:r>
              <a:rPr kumimoji="0" sz="2600" b="1" i="0" u="none" strike="noStrike" kern="0" cap="none" spc="114" normalizeH="0" baseline="0" noProof="0" dirty="0">
                <a:ln>
                  <a:noFill/>
                </a:ln>
                <a:solidFill>
                  <a:srgbClr val="3A74B8"/>
                </a:solidFill>
                <a:effectLst/>
                <a:uLnTx/>
                <a:uFillTx/>
                <a:latin typeface="Arial" panose="020B0604020202020204"/>
                <a:ea typeface="+mj-ea"/>
                <a:cs typeface="Arial" panose="020B0604020202020204"/>
              </a:rPr>
              <a:t>n</a:t>
            </a:r>
            <a:r>
              <a:rPr kumimoji="0" sz="2600" b="1" i="0" u="none" strike="noStrike" kern="0" cap="none" spc="185" normalizeH="0" baseline="0" noProof="0" dirty="0">
                <a:ln>
                  <a:noFill/>
                </a:ln>
                <a:solidFill>
                  <a:srgbClr val="3A74B8"/>
                </a:solidFill>
                <a:effectLst/>
                <a:uLnTx/>
                <a:uFillTx/>
                <a:latin typeface="Arial" panose="020B0604020202020204"/>
                <a:ea typeface="+mj-ea"/>
                <a:cs typeface="Arial" panose="020B0604020202020204"/>
              </a:rPr>
              <a:t>c</a:t>
            </a:r>
            <a:r>
              <a:rPr kumimoji="0" sz="2600" b="1" i="0" u="none" strike="noStrike" kern="0" cap="none" spc="95" normalizeH="0" baseline="0" noProof="0" dirty="0">
                <a:ln>
                  <a:noFill/>
                </a:ln>
                <a:solidFill>
                  <a:srgbClr val="3A74B8"/>
                </a:solidFill>
                <a:effectLst/>
                <a:uLnTx/>
                <a:uFillTx/>
                <a:latin typeface="Arial" panose="020B0604020202020204"/>
                <a:ea typeface="+mj-ea"/>
                <a:cs typeface="Arial" panose="020B0604020202020204"/>
              </a:rPr>
              <a:t>l</a:t>
            </a:r>
            <a:r>
              <a:rPr kumimoji="0" sz="2600" b="1" i="0" u="none" strike="noStrike" kern="0" cap="none" spc="120" normalizeH="0" baseline="0" noProof="0" dirty="0">
                <a:ln>
                  <a:noFill/>
                </a:ln>
                <a:solidFill>
                  <a:srgbClr val="3A74B8"/>
                </a:solidFill>
                <a:effectLst/>
                <a:uLnTx/>
                <a:uFillTx/>
                <a:latin typeface="Arial" panose="020B0604020202020204"/>
                <a:ea typeface="+mj-ea"/>
                <a:cs typeface="Arial" panose="020B0604020202020204"/>
              </a:rPr>
              <a:t>us</a:t>
            </a:r>
            <a:r>
              <a:rPr kumimoji="0" sz="2600" b="1" i="0" u="none" strike="noStrike" kern="0" cap="none" spc="-60" normalizeH="0" baseline="0" noProof="0" dirty="0">
                <a:ln>
                  <a:noFill/>
                </a:ln>
                <a:solidFill>
                  <a:srgbClr val="3A74B8"/>
                </a:solidFill>
                <a:effectLst/>
                <a:uLnTx/>
                <a:uFillTx/>
                <a:latin typeface="Arial" panose="020B0604020202020204"/>
                <a:ea typeface="+mj-ea"/>
                <a:cs typeface="Arial" panose="020B0604020202020204"/>
              </a:rPr>
              <a:t>i</a:t>
            </a:r>
            <a:r>
              <a:rPr kumimoji="0" sz="2600" b="1" i="0" u="none" strike="noStrike" kern="0" cap="none" spc="114" normalizeH="0" baseline="0" noProof="0" dirty="0">
                <a:ln>
                  <a:noFill/>
                </a:ln>
                <a:solidFill>
                  <a:srgbClr val="3A74B8"/>
                </a:solidFill>
                <a:effectLst/>
                <a:uLnTx/>
                <a:uFillTx/>
                <a:latin typeface="Arial" panose="020B0604020202020204"/>
                <a:ea typeface="+mj-ea"/>
                <a:cs typeface="Arial" panose="020B0604020202020204"/>
              </a:rPr>
              <a:t>o</a:t>
            </a:r>
            <a:r>
              <a:rPr kumimoji="0" sz="2600" b="1" i="0" u="none" strike="noStrike" kern="0" cap="none" spc="300" normalizeH="0" baseline="0" noProof="0" dirty="0">
                <a:ln>
                  <a:noFill/>
                </a:ln>
                <a:solidFill>
                  <a:srgbClr val="3A74B8"/>
                </a:solidFill>
                <a:effectLst/>
                <a:uLnTx/>
                <a:uFillTx/>
                <a:latin typeface="Arial" panose="020B0604020202020204"/>
                <a:ea typeface="+mj-ea"/>
                <a:cs typeface="Arial" panose="020B0604020202020204"/>
              </a:rPr>
              <a:t>n</a:t>
            </a:r>
            <a:r>
              <a:rPr kumimoji="0" sz="2600" b="1" i="0" u="none" strike="noStrike" kern="0" cap="none" spc="-80" normalizeH="0" baseline="0" noProof="0" dirty="0">
                <a:ln>
                  <a:noFill/>
                </a:ln>
                <a:solidFill>
                  <a:srgbClr val="3A74B8"/>
                </a:solidFill>
                <a:effectLst/>
                <a:uLnTx/>
                <a:uFillTx/>
                <a:latin typeface="Arial" panose="020B0604020202020204"/>
                <a:ea typeface="+mj-ea"/>
                <a:cs typeface="Arial" panose="020B0604020202020204"/>
              </a:rPr>
              <a:t> </a:t>
            </a:r>
            <a:r>
              <a:rPr kumimoji="0" sz="2600" b="1" i="0" u="none" strike="noStrike" kern="0" cap="none" spc="285" normalizeH="0" baseline="0" noProof="0" dirty="0">
                <a:ln>
                  <a:noFill/>
                </a:ln>
                <a:solidFill>
                  <a:srgbClr val="3A74B8"/>
                </a:solidFill>
                <a:effectLst/>
                <a:uLnTx/>
                <a:uFillTx/>
                <a:latin typeface="Arial" panose="020B0604020202020204"/>
                <a:ea typeface="+mj-ea"/>
                <a:cs typeface="Arial" panose="020B0604020202020204"/>
              </a:rPr>
              <a:t>a</a:t>
            </a:r>
            <a:r>
              <a:rPr kumimoji="0" sz="2600" b="1" i="0" u="none" strike="noStrike" kern="0" cap="none" spc="185" normalizeH="0" baseline="0" noProof="0" dirty="0">
                <a:ln>
                  <a:noFill/>
                </a:ln>
                <a:solidFill>
                  <a:srgbClr val="3A74B8"/>
                </a:solidFill>
                <a:effectLst/>
                <a:uLnTx/>
                <a:uFillTx/>
                <a:latin typeface="Arial" panose="020B0604020202020204"/>
                <a:ea typeface="+mj-ea"/>
                <a:cs typeface="Arial" panose="020B0604020202020204"/>
              </a:rPr>
              <a:t>n</a:t>
            </a:r>
            <a:r>
              <a:rPr kumimoji="0" sz="2600" b="1" i="0" u="none" strike="noStrike" kern="0" cap="none" spc="250" normalizeH="0" baseline="0" noProof="0" dirty="0">
                <a:ln>
                  <a:noFill/>
                </a:ln>
                <a:solidFill>
                  <a:srgbClr val="3A74B8"/>
                </a:solidFill>
                <a:effectLst/>
                <a:uLnTx/>
                <a:uFillTx/>
                <a:latin typeface="Arial" panose="020B0604020202020204"/>
                <a:ea typeface="+mj-ea"/>
                <a:cs typeface="Arial" panose="020B0604020202020204"/>
              </a:rPr>
              <a:t>d</a:t>
            </a:r>
            <a:r>
              <a:rPr kumimoji="0" sz="2600" b="1" i="0" u="none" strike="noStrike" kern="0" cap="none" spc="120" normalizeH="0" baseline="0" noProof="0" dirty="0">
                <a:ln>
                  <a:noFill/>
                </a:ln>
                <a:solidFill>
                  <a:srgbClr val="3A74B8"/>
                </a:solidFill>
                <a:effectLst/>
                <a:uLnTx/>
                <a:uFillTx/>
                <a:latin typeface="Arial" panose="020B0604020202020204"/>
                <a:ea typeface="+mj-ea"/>
                <a:cs typeface="Arial" panose="020B0604020202020204"/>
              </a:rPr>
              <a:t> </a:t>
            </a:r>
            <a:r>
              <a:rPr kumimoji="0" sz="2600" b="1" i="0" u="none" strike="noStrike" kern="0" cap="none" spc="105" normalizeH="0" baseline="0" noProof="0" dirty="0">
                <a:ln>
                  <a:noFill/>
                </a:ln>
                <a:solidFill>
                  <a:srgbClr val="3A74B8"/>
                </a:solidFill>
                <a:effectLst/>
                <a:uLnTx/>
                <a:uFillTx/>
                <a:latin typeface="Arial" panose="020B0604020202020204"/>
                <a:ea typeface="+mj-ea"/>
                <a:cs typeface="Arial" panose="020B0604020202020204"/>
              </a:rPr>
              <a:t>Fut</a:t>
            </a:r>
            <a:r>
              <a:rPr kumimoji="0" sz="2600" b="1" i="0" u="none" strike="noStrike" kern="0" cap="none" spc="145" normalizeH="0" baseline="0" noProof="0" dirty="0">
                <a:ln>
                  <a:noFill/>
                </a:ln>
                <a:solidFill>
                  <a:srgbClr val="3A74B8"/>
                </a:solidFill>
                <a:effectLst/>
                <a:uLnTx/>
                <a:uFillTx/>
                <a:latin typeface="Arial" panose="020B0604020202020204"/>
                <a:ea typeface="+mj-ea"/>
                <a:cs typeface="Arial" panose="020B0604020202020204"/>
              </a:rPr>
              <a:t>u</a:t>
            </a:r>
            <a:r>
              <a:rPr kumimoji="0" sz="2600" b="1" i="0" u="none" strike="noStrike" kern="0" cap="none" spc="135" normalizeH="0" baseline="0" noProof="0" dirty="0">
                <a:ln>
                  <a:noFill/>
                </a:ln>
                <a:solidFill>
                  <a:srgbClr val="3A74B8"/>
                </a:solidFill>
                <a:effectLst/>
                <a:uLnTx/>
                <a:uFillTx/>
                <a:latin typeface="Arial" panose="020B0604020202020204"/>
                <a:ea typeface="+mj-ea"/>
                <a:cs typeface="Arial" panose="020B0604020202020204"/>
              </a:rPr>
              <a:t>re</a:t>
            </a:r>
            <a:r>
              <a:rPr kumimoji="0" sz="2600" b="1" i="0" u="none" strike="noStrike" kern="0" cap="none" spc="0" normalizeH="0" baseline="0" noProof="0" dirty="0">
                <a:ln>
                  <a:noFill/>
                </a:ln>
                <a:solidFill>
                  <a:srgbClr val="3A74B8"/>
                </a:solidFill>
                <a:effectLst/>
                <a:uLnTx/>
                <a:uFillTx/>
                <a:latin typeface="Arial" panose="020B0604020202020204"/>
                <a:ea typeface="+mj-ea"/>
                <a:cs typeface="Arial" panose="020B0604020202020204"/>
              </a:rPr>
              <a:t> </a:t>
            </a:r>
            <a:r>
              <a:rPr kumimoji="0" sz="2600" b="1" i="0" u="none" strike="noStrike" kern="0" cap="none" spc="-20" normalizeH="0" baseline="0" noProof="0" dirty="0">
                <a:ln>
                  <a:noFill/>
                </a:ln>
                <a:solidFill>
                  <a:srgbClr val="3A74B8"/>
                </a:solidFill>
                <a:effectLst/>
                <a:uLnTx/>
                <a:uFillTx/>
                <a:latin typeface="Arial" panose="020B0604020202020204"/>
                <a:ea typeface="+mj-ea"/>
                <a:cs typeface="Arial" panose="020B0604020202020204"/>
              </a:rPr>
              <a:t>S</a:t>
            </a:r>
            <a:r>
              <a:rPr kumimoji="0" sz="2600" b="1" i="0" u="none" strike="noStrike" kern="0" cap="none" spc="-45" normalizeH="0" baseline="0" noProof="0" dirty="0">
                <a:ln>
                  <a:noFill/>
                </a:ln>
                <a:solidFill>
                  <a:srgbClr val="3A74B8"/>
                </a:solidFill>
                <a:effectLst/>
                <a:uLnTx/>
                <a:uFillTx/>
                <a:latin typeface="Arial" panose="020B0604020202020204"/>
                <a:ea typeface="+mj-ea"/>
                <a:cs typeface="Arial" panose="020B0604020202020204"/>
              </a:rPr>
              <a:t>c</a:t>
            </a:r>
            <a:r>
              <a:rPr kumimoji="0" sz="2600" b="1" i="0" u="none" strike="noStrike" kern="0" cap="none" spc="135" normalizeH="0" baseline="0" noProof="0" dirty="0">
                <a:ln>
                  <a:noFill/>
                </a:ln>
                <a:solidFill>
                  <a:srgbClr val="3A74B8"/>
                </a:solidFill>
                <a:effectLst/>
                <a:uLnTx/>
                <a:uFillTx/>
                <a:latin typeface="Arial" panose="020B0604020202020204"/>
                <a:ea typeface="+mj-ea"/>
                <a:cs typeface="Arial" panose="020B0604020202020204"/>
              </a:rPr>
              <a:t>ope</a:t>
            </a:r>
            <a:endParaRPr kumimoji="0" sz="3050" b="1" i="0" u="none" strike="noStrike" kern="0" cap="none" spc="0" normalizeH="0" baseline="0" noProof="0">
              <a:ln>
                <a:noFill/>
              </a:ln>
              <a:solidFill>
                <a:srgbClr val="3A74B8"/>
              </a:solidFill>
              <a:effectLst/>
              <a:uLnTx/>
              <a:uFillTx/>
              <a:latin typeface="Arial" panose="020B0604020202020204"/>
              <a:ea typeface="+mj-ea"/>
              <a:cs typeface="Arial" panose="020B0604020202020204"/>
            </a:endParaRPr>
          </a:p>
        </p:txBody>
      </p:sp>
      <p:sp>
        <p:nvSpPr>
          <p:cNvPr id="6" name="object 6"/>
          <p:cNvSpPr txBox="1"/>
          <p:nvPr>
            <p:custDataLst>
              <p:tags r:id="rId5"/>
            </p:custDataLst>
          </p:nvPr>
        </p:nvSpPr>
        <p:spPr>
          <a:xfrm>
            <a:off x="3406775" y="2122488"/>
            <a:ext cx="5530850" cy="1702435"/>
          </a:xfrm>
          <a:prstGeom prst="rect">
            <a:avLst/>
          </a:prstGeom>
        </p:spPr>
        <p:txBody>
          <a:bodyPr vert="horz" wrap="square" lIns="0" tIns="0" rIns="0" bIns="0" rtlCol="0">
            <a:spAutoFit/>
          </a:bodyPr>
          <a:p>
            <a:pPr marL="12700" eaLnBrk="1" hangingPunct="1">
              <a:buNone/>
            </a:pPr>
            <a:r>
              <a:rPr lang="en-US" altLang="zh-CN" sz="1400" b="1">
                <a:solidFill>
                  <a:srgbClr val="3A74B8"/>
                </a:solidFill>
                <a:latin typeface="Times New Roman" panose="02020603050405020304" pitchFamily="18" charset="0"/>
                <a:cs typeface="Times New Roman" panose="02020603050405020304" pitchFamily="18" charset="0"/>
              </a:rPr>
              <a:t>C</a:t>
            </a:r>
            <a:r>
              <a:rPr lang="zh-CN" altLang="x-none" sz="1400" b="1">
                <a:solidFill>
                  <a:srgbClr val="3A74B8"/>
                </a:solidFill>
                <a:latin typeface="Times New Roman" panose="02020603050405020304" pitchFamily="18" charset="0"/>
                <a:cs typeface="Times New Roman" panose="02020603050405020304" pitchFamily="18" charset="0"/>
              </a:rPr>
              <a:t>oncluslon</a:t>
            </a:r>
            <a:endParaRPr lang="zh-CN" altLang="x-none" sz="1400" dirty="0">
              <a:latin typeface="Times New Roman" panose="02020603050405020304" pitchFamily="18" charset="0"/>
              <a:cs typeface="Times New Roman" panose="02020603050405020304" pitchFamily="18" charset="0"/>
            </a:endParaRPr>
          </a:p>
          <a:p>
            <a:pPr marL="12700" algn="just" eaLnBrk="1" hangingPunct="1">
              <a:lnSpc>
                <a:spcPct val="113000"/>
              </a:lnSpc>
              <a:spcBef>
                <a:spcPts val="225"/>
              </a:spcBef>
              <a:buNone/>
            </a:pPr>
            <a:r>
              <a:rPr lang="zh-CN" altLang="x-none" sz="1400">
                <a:solidFill>
                  <a:srgbClr val="523D48"/>
                </a:solidFill>
                <a:latin typeface="Times New Roman" panose="02020603050405020304" pitchFamily="18" charset="0"/>
                <a:cs typeface="Times New Roman" panose="02020603050405020304" pitchFamily="18" charset="0"/>
              </a:rPr>
              <a:t>T</a:t>
            </a:r>
            <a:r>
              <a:rPr lang="zh-CN" altLang="x-none" sz="1400">
                <a:solidFill>
                  <a:srgbClr val="625B69"/>
                </a:solidFill>
                <a:latin typeface="Times New Roman" panose="02020603050405020304" pitchFamily="18" charset="0"/>
                <a:cs typeface="Times New Roman" panose="02020603050405020304" pitchFamily="18" charset="0"/>
              </a:rPr>
              <a:t>h</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s p</a:t>
            </a:r>
            <a:r>
              <a:rPr lang="zh-CN" altLang="x-none" sz="1400">
                <a:solidFill>
                  <a:srgbClr val="3B5691"/>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o</a:t>
            </a:r>
            <a:r>
              <a:rPr lang="zh-CN" altLang="x-none" sz="1400">
                <a:solidFill>
                  <a:srgbClr val="505E8E"/>
                </a:solidFill>
                <a:latin typeface="Times New Roman" panose="02020603050405020304" pitchFamily="18" charset="0"/>
                <a:cs typeface="Times New Roman" panose="02020603050405020304" pitchFamily="18" charset="0"/>
              </a:rPr>
              <a:t>j</a:t>
            </a:r>
            <a:r>
              <a:rPr lang="zh-CN" altLang="x-none" sz="1400">
                <a:solidFill>
                  <a:srgbClr val="625B69"/>
                </a:solidFill>
                <a:latin typeface="Times New Roman" panose="02020603050405020304" pitchFamily="18" charset="0"/>
                <a:cs typeface="Times New Roman" panose="02020603050405020304" pitchFamily="18" charset="0"/>
              </a:rPr>
              <a:t>ec</a:t>
            </a:r>
            <a:r>
              <a:rPr lang="zh-CN" altLang="x-none" sz="1400">
                <a:solidFill>
                  <a:srgbClr val="494B6B"/>
                </a:solidFill>
                <a:latin typeface="Times New Roman" panose="02020603050405020304" pitchFamily="18" charset="0"/>
                <a:cs typeface="Times New Roman" panose="02020603050405020304" pitchFamily="18" charset="0"/>
              </a:rPr>
              <a:t>t </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mp</a:t>
            </a:r>
            <a:r>
              <a:rPr lang="zh-CN" altLang="x-none" sz="1400">
                <a:solidFill>
                  <a:srgbClr val="75383A"/>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emented a</a:t>
            </a:r>
            <a:r>
              <a:rPr lang="zh-CN" altLang="x-none" sz="1400">
                <a:solidFill>
                  <a:srgbClr val="494B6B"/>
                </a:solidFill>
                <a:latin typeface="Times New Roman" panose="02020603050405020304" pitchFamily="18" charset="0"/>
                <a:cs typeface="Times New Roman" panose="02020603050405020304" pitchFamily="18" charset="0"/>
              </a:rPr>
              <a:t>n </a:t>
            </a:r>
            <a:r>
              <a:rPr lang="zh-CN" altLang="x-none" sz="1400">
                <a:solidFill>
                  <a:srgbClr val="625B69"/>
                </a:solidFill>
                <a:latin typeface="Times New Roman" panose="02020603050405020304" pitchFamily="18" charset="0"/>
                <a:cs typeface="Times New Roman" panose="02020603050405020304" pitchFamily="18" charset="0"/>
              </a:rPr>
              <a:t>O</a:t>
            </a:r>
            <a:r>
              <a:rPr lang="zh-CN" altLang="x-none" sz="1400">
                <a:solidFill>
                  <a:srgbClr val="494B6B"/>
                </a:solidFill>
                <a:latin typeface="Times New Roman" panose="02020603050405020304" pitchFamily="18" charset="0"/>
                <a:cs typeface="Times New Roman" panose="02020603050405020304" pitchFamily="18" charset="0"/>
              </a:rPr>
              <a:t>T</a:t>
            </a:r>
            <a:r>
              <a:rPr lang="zh-CN" altLang="x-none" sz="1400">
                <a:solidFill>
                  <a:srgbClr val="523D48"/>
                </a:solidFill>
                <a:latin typeface="Times New Roman" panose="02020603050405020304" pitchFamily="18" charset="0"/>
                <a:cs typeface="Times New Roman" panose="02020603050405020304" pitchFamily="18" charset="0"/>
              </a:rPr>
              <a:t>T </a:t>
            </a:r>
            <a:r>
              <a:rPr lang="zh-CN" altLang="x-none" sz="1400">
                <a:solidFill>
                  <a:srgbClr val="625B69"/>
                </a:solidFill>
                <a:latin typeface="Times New Roman" panose="02020603050405020304" pitchFamily="18" charset="0"/>
                <a:cs typeface="Times New Roman" panose="02020603050405020304" pitchFamily="18" charset="0"/>
              </a:rPr>
              <a:t>consume</a:t>
            </a:r>
            <a:r>
              <a:rPr lang="zh-CN" altLang="x-none" sz="1400">
                <a:solidFill>
                  <a:srgbClr val="7B7582"/>
                </a:solidFill>
                <a:latin typeface="Times New Roman" panose="02020603050405020304" pitchFamily="18" charset="0"/>
                <a:cs typeface="Times New Roman" panose="02020603050405020304" pitchFamily="18" charset="0"/>
              </a:rPr>
              <a:t>r </a:t>
            </a:r>
            <a:r>
              <a:rPr lang="zh-CN" altLang="x-none" sz="1400">
                <a:solidFill>
                  <a:srgbClr val="625B69"/>
                </a:solidFill>
                <a:latin typeface="Times New Roman" panose="02020603050405020304" pitchFamily="18" charset="0"/>
                <a:cs typeface="Times New Roman" panose="02020603050405020304" pitchFamily="18" charset="0"/>
              </a:rPr>
              <a:t>segme</a:t>
            </a:r>
            <a:r>
              <a:rPr lang="zh-CN" altLang="x-none" sz="1400">
                <a:solidFill>
                  <a:srgbClr val="494B6B"/>
                </a:solidFill>
                <a:latin typeface="Times New Roman" panose="02020603050405020304" pitchFamily="18" charset="0"/>
                <a:cs typeface="Times New Roman" panose="02020603050405020304" pitchFamily="18" charset="0"/>
              </a:rPr>
              <a:t>nt</a:t>
            </a:r>
            <a:r>
              <a:rPr lang="zh-CN" altLang="x-none" sz="1400">
                <a:solidFill>
                  <a:srgbClr val="625B69"/>
                </a:solidFill>
                <a:latin typeface="Times New Roman" panose="02020603050405020304" pitchFamily="18" charset="0"/>
                <a:cs typeface="Times New Roman" panose="02020603050405020304" pitchFamily="18" charset="0"/>
              </a:rPr>
              <a:t>a</a:t>
            </a:r>
            <a:r>
              <a:rPr lang="zh-CN" altLang="x-none" sz="1400">
                <a:solidFill>
                  <a:srgbClr val="523D48"/>
                </a:solidFill>
                <a:latin typeface="Times New Roman" panose="02020603050405020304" pitchFamily="18" charset="0"/>
                <a:cs typeface="Times New Roman" panose="02020603050405020304" pitchFamily="18" charset="0"/>
              </a:rPr>
              <a:t>t</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on mode</a:t>
            </a:r>
            <a:r>
              <a:rPr lang="zh-CN" altLang="x-none" sz="1400">
                <a:solidFill>
                  <a:srgbClr val="75383A"/>
                </a:solidFill>
                <a:latin typeface="Times New Roman" panose="02020603050405020304" pitchFamily="18" charset="0"/>
                <a:cs typeface="Times New Roman" panose="02020603050405020304" pitchFamily="18" charset="0"/>
              </a:rPr>
              <a:t>l </a:t>
            </a:r>
            <a:r>
              <a:rPr lang="zh-CN" altLang="x-none" sz="1400">
                <a:solidFill>
                  <a:srgbClr val="625B69"/>
                </a:solidFill>
                <a:latin typeface="Times New Roman" panose="02020603050405020304" pitchFamily="18" charset="0"/>
                <a:cs typeface="Times New Roman" panose="02020603050405020304" pitchFamily="18" charset="0"/>
              </a:rPr>
              <a:t>us</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ng </a:t>
            </a:r>
            <a:r>
              <a:rPr lang="zh-CN" altLang="x-none" sz="1400">
                <a:solidFill>
                  <a:srgbClr val="494B6B"/>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andom </a:t>
            </a:r>
            <a:r>
              <a:rPr lang="zh-CN" altLang="x-none" sz="1400">
                <a:solidFill>
                  <a:srgbClr val="494B6B"/>
                </a:solidFill>
                <a:latin typeface="Times New Roman" panose="02020603050405020304" pitchFamily="18" charset="0"/>
                <a:cs typeface="Times New Roman" panose="02020603050405020304" pitchFamily="18" charset="0"/>
              </a:rPr>
              <a:t>F</a:t>
            </a:r>
            <a:r>
              <a:rPr lang="zh-CN" altLang="x-none" sz="1400">
                <a:solidFill>
                  <a:srgbClr val="625B69"/>
                </a:solidFill>
                <a:latin typeface="Times New Roman" panose="02020603050405020304" pitchFamily="18" charset="0"/>
                <a:cs typeface="Times New Roman" panose="02020603050405020304" pitchFamily="18" charset="0"/>
              </a:rPr>
              <a:t>o</a:t>
            </a:r>
            <a:r>
              <a:rPr lang="zh-CN" altLang="x-none" sz="1400">
                <a:solidFill>
                  <a:srgbClr val="494B6B"/>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est</a:t>
            </a:r>
            <a:r>
              <a:rPr lang="zh-CN" altLang="x-none" sz="1400">
                <a:solidFill>
                  <a:srgbClr val="696B89"/>
                </a:solidFill>
                <a:latin typeface="Times New Roman" panose="02020603050405020304" pitchFamily="18" charset="0"/>
                <a:cs typeface="Times New Roman" panose="02020603050405020304" pitchFamily="18" charset="0"/>
              </a:rPr>
              <a:t>.</a:t>
            </a:r>
            <a:r>
              <a:rPr lang="zh-CN" altLang="x-none" sz="1400">
                <a:solidFill>
                  <a:srgbClr val="625B69"/>
                </a:solidFill>
                <a:latin typeface="Times New Roman" panose="02020603050405020304" pitchFamily="18" charset="0"/>
                <a:cs typeface="Times New Roman" panose="02020603050405020304" pitchFamily="18" charset="0"/>
              </a:rPr>
              <a:t>SVM</a:t>
            </a:r>
            <a:r>
              <a:rPr lang="zh-CN" altLang="x-none" sz="1400">
                <a:solidFill>
                  <a:srgbClr val="696B89"/>
                </a:solidFill>
                <a:latin typeface="Times New Roman" panose="02020603050405020304" pitchFamily="18" charset="0"/>
                <a:cs typeface="Times New Roman" panose="02020603050405020304" pitchFamily="18" charset="0"/>
              </a:rPr>
              <a:t>.</a:t>
            </a:r>
            <a:r>
              <a:rPr lang="zh-CN" altLang="x-none" sz="1400">
                <a:solidFill>
                  <a:srgbClr val="625B69"/>
                </a:solidFill>
                <a:latin typeface="Times New Roman" panose="02020603050405020304" pitchFamily="18" charset="0"/>
                <a:cs typeface="Times New Roman" panose="02020603050405020304" pitchFamily="18" charset="0"/>
              </a:rPr>
              <a:t>and KNN</a:t>
            </a:r>
            <a:r>
              <a:rPr lang="zh-CN" altLang="x-none" sz="1400">
                <a:solidFill>
                  <a:srgbClr val="7B7582"/>
                </a:solidFill>
                <a:latin typeface="Times New Roman" panose="02020603050405020304" pitchFamily="18" charset="0"/>
                <a:cs typeface="Times New Roman" panose="02020603050405020304" pitchFamily="18" charset="0"/>
              </a:rPr>
              <a:t>, </a:t>
            </a:r>
            <a:r>
              <a:rPr lang="zh-CN" altLang="x-none" sz="1400">
                <a:solidFill>
                  <a:srgbClr val="625B69"/>
                </a:solidFill>
                <a:latin typeface="Times New Roman" panose="02020603050405020304" pitchFamily="18" charset="0"/>
                <a:cs typeface="Times New Roman" panose="02020603050405020304" pitchFamily="18" charset="0"/>
              </a:rPr>
              <a:t>where Random Fo</a:t>
            </a:r>
            <a:r>
              <a:rPr lang="zh-CN" altLang="x-none" sz="1400">
                <a:solidFill>
                  <a:srgbClr val="7B7582"/>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est demo</a:t>
            </a:r>
            <a:r>
              <a:rPr lang="zh-CN" altLang="x-none" sz="1400">
                <a:solidFill>
                  <a:srgbClr val="494B6B"/>
                </a:solidFill>
                <a:latin typeface="Times New Roman" panose="02020603050405020304" pitchFamily="18" charset="0"/>
                <a:cs typeface="Times New Roman" panose="02020603050405020304" pitchFamily="18" charset="0"/>
              </a:rPr>
              <a:t>n</a:t>
            </a:r>
            <a:r>
              <a:rPr lang="zh-CN" altLang="x-none" sz="1400">
                <a:solidFill>
                  <a:srgbClr val="625B69"/>
                </a:solidFill>
                <a:latin typeface="Times New Roman" panose="02020603050405020304" pitchFamily="18" charset="0"/>
                <a:cs typeface="Times New Roman" panose="02020603050405020304" pitchFamily="18" charset="0"/>
              </a:rPr>
              <a:t>strated the </a:t>
            </a:r>
            <a:r>
              <a:rPr lang="zh-CN" altLang="x-none" sz="1400">
                <a:solidFill>
                  <a:srgbClr val="494B6B"/>
                </a:solidFill>
                <a:latin typeface="Times New Roman" panose="02020603050405020304" pitchFamily="18" charset="0"/>
                <a:cs typeface="Times New Roman" panose="02020603050405020304" pitchFamily="18" charset="0"/>
              </a:rPr>
              <a:t>h</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g</a:t>
            </a:r>
            <a:r>
              <a:rPr lang="zh-CN" altLang="x-none" sz="1400">
                <a:solidFill>
                  <a:srgbClr val="494B6B"/>
                </a:solidFill>
                <a:latin typeface="Times New Roman" panose="02020603050405020304" pitchFamily="18" charset="0"/>
                <a:cs typeface="Times New Roman" panose="02020603050405020304" pitchFamily="18" charset="0"/>
              </a:rPr>
              <a:t>h</a:t>
            </a:r>
            <a:r>
              <a:rPr lang="zh-CN" altLang="x-none" sz="1400">
                <a:solidFill>
                  <a:srgbClr val="625B69"/>
                </a:solidFill>
                <a:latin typeface="Times New Roman" panose="02020603050405020304" pitchFamily="18" charset="0"/>
                <a:cs typeface="Times New Roman" panose="02020603050405020304" pitchFamily="18" charset="0"/>
              </a:rPr>
              <a:t>est accu</a:t>
            </a:r>
            <a:r>
              <a:rPr lang="zh-CN" altLang="x-none" sz="1400">
                <a:solidFill>
                  <a:srgbClr val="3B5691"/>
                </a:solidFill>
                <a:latin typeface="Times New Roman" panose="02020603050405020304" pitchFamily="18" charset="0"/>
                <a:cs typeface="Times New Roman" panose="02020603050405020304" pitchFamily="18" charset="0"/>
              </a:rPr>
              <a:t>r</a:t>
            </a:r>
            <a:r>
              <a:rPr lang="zh-CN" altLang="x-none" sz="1400">
                <a:solidFill>
                  <a:srgbClr val="494B6B"/>
                </a:solidFill>
                <a:latin typeface="Times New Roman" panose="02020603050405020304" pitchFamily="18" charset="0"/>
                <a:cs typeface="Times New Roman" panose="02020603050405020304" pitchFamily="18" charset="0"/>
              </a:rPr>
              <a:t>a</a:t>
            </a:r>
            <a:r>
              <a:rPr lang="zh-CN" altLang="x-none" sz="1400">
                <a:solidFill>
                  <a:srgbClr val="625B69"/>
                </a:solidFill>
                <a:latin typeface="Times New Roman" panose="02020603050405020304" pitchFamily="18" charset="0"/>
                <a:cs typeface="Times New Roman" panose="02020603050405020304" pitchFamily="18" charset="0"/>
              </a:rPr>
              <a:t>cy due </a:t>
            </a:r>
            <a:r>
              <a:rPr lang="zh-CN" altLang="x-none" sz="1400">
                <a:solidFill>
                  <a:srgbClr val="494B6B"/>
                </a:solidFill>
                <a:latin typeface="Times New Roman" panose="02020603050405020304" pitchFamily="18" charset="0"/>
                <a:cs typeface="Times New Roman" panose="02020603050405020304" pitchFamily="18" charset="0"/>
              </a:rPr>
              <a:t>t</a:t>
            </a:r>
            <a:r>
              <a:rPr lang="zh-CN" altLang="x-none" sz="1400">
                <a:solidFill>
                  <a:srgbClr val="625B69"/>
                </a:solidFill>
                <a:latin typeface="Times New Roman" panose="02020603050405020304" pitchFamily="18" charset="0"/>
                <a:cs typeface="Times New Roman" panose="02020603050405020304" pitchFamily="18" charset="0"/>
              </a:rPr>
              <a:t>o </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ts ensemb</a:t>
            </a:r>
            <a:r>
              <a:rPr lang="zh-CN" altLang="x-none" sz="1400">
                <a:solidFill>
                  <a:srgbClr val="75383A"/>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e </a:t>
            </a:r>
            <a:r>
              <a:rPr lang="zh-CN" altLang="x-none" sz="1400">
                <a:solidFill>
                  <a:srgbClr val="7B7582"/>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earn</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494B6B"/>
                </a:solidFill>
                <a:latin typeface="Times New Roman" panose="02020603050405020304" pitchFamily="18" charset="0"/>
                <a:cs typeface="Times New Roman" panose="02020603050405020304" pitchFamily="18" charset="0"/>
              </a:rPr>
              <a:t>n</a:t>
            </a:r>
            <a:r>
              <a:rPr lang="zh-CN" altLang="x-none" sz="1400">
                <a:solidFill>
                  <a:srgbClr val="625B69"/>
                </a:solidFill>
                <a:latin typeface="Times New Roman" panose="02020603050405020304" pitchFamily="18" charset="0"/>
                <a:cs typeface="Times New Roman" panose="02020603050405020304" pitchFamily="18" charset="0"/>
              </a:rPr>
              <a:t>g a</a:t>
            </a:r>
            <a:r>
              <a:rPr lang="zh-CN" altLang="x-none" sz="1400">
                <a:solidFill>
                  <a:srgbClr val="494B6B"/>
                </a:solidFill>
                <a:latin typeface="Times New Roman" panose="02020603050405020304" pitchFamily="18" charset="0"/>
                <a:cs typeface="Times New Roman" panose="02020603050405020304" pitchFamily="18" charset="0"/>
              </a:rPr>
              <a:t>ppr</a:t>
            </a:r>
            <a:r>
              <a:rPr lang="zh-CN" altLang="x-none" sz="1400">
                <a:solidFill>
                  <a:srgbClr val="625B69"/>
                </a:solidFill>
                <a:latin typeface="Times New Roman" panose="02020603050405020304" pitchFamily="18" charset="0"/>
                <a:cs typeface="Times New Roman" panose="02020603050405020304" pitchFamily="18" charset="0"/>
              </a:rPr>
              <a:t>oach.Data</a:t>
            </a:r>
            <a:endParaRPr lang="zh-CN" altLang="x-none" sz="1400" dirty="0">
              <a:latin typeface="Times New Roman" panose="02020603050405020304" pitchFamily="18" charset="0"/>
              <a:cs typeface="Times New Roman" panose="02020603050405020304" pitchFamily="18" charset="0"/>
            </a:endParaRPr>
          </a:p>
          <a:p>
            <a:pPr marL="12700" eaLnBrk="1" hangingPunct="1">
              <a:lnSpc>
                <a:spcPct val="110000"/>
              </a:lnSpc>
              <a:spcBef>
                <a:spcPts val="150"/>
              </a:spcBef>
              <a:buNone/>
            </a:pPr>
            <a:r>
              <a:rPr lang="zh-CN" altLang="x-none" sz="1400">
                <a:solidFill>
                  <a:srgbClr val="494B6B"/>
                </a:solidFill>
                <a:latin typeface="Times New Roman" panose="02020603050405020304" pitchFamily="18" charset="0"/>
                <a:cs typeface="Times New Roman" panose="02020603050405020304" pitchFamily="18" charset="0"/>
              </a:rPr>
              <a:t>pr</a:t>
            </a:r>
            <a:r>
              <a:rPr lang="zh-CN" altLang="x-none" sz="1400">
                <a:solidFill>
                  <a:srgbClr val="625B69"/>
                </a:solidFill>
                <a:latin typeface="Times New Roman" panose="02020603050405020304" pitchFamily="18" charset="0"/>
                <a:cs typeface="Times New Roman" panose="02020603050405020304" pitchFamily="18" charset="0"/>
              </a:rPr>
              <a:t>ep</a:t>
            </a:r>
            <a:r>
              <a:rPr lang="zh-CN" altLang="x-none" sz="1400">
                <a:solidFill>
                  <a:srgbClr val="3B5691"/>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ocess</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ng</a:t>
            </a:r>
            <a:r>
              <a:rPr lang="en-US" altLang="zh-CN" sz="1400">
                <a:solidFill>
                  <a:srgbClr val="625B69"/>
                </a:solidFill>
                <a:latin typeface="Times New Roman" panose="02020603050405020304" pitchFamily="18" charset="0"/>
                <a:cs typeface="Times New Roman" panose="02020603050405020304" pitchFamily="18" charset="0"/>
              </a:rPr>
              <a:t>, </a:t>
            </a:r>
            <a:r>
              <a:rPr lang="zh-CN" altLang="x-none" sz="1400">
                <a:solidFill>
                  <a:srgbClr val="625B69"/>
                </a:solidFill>
                <a:latin typeface="Times New Roman" panose="02020603050405020304" pitchFamily="18" charset="0"/>
                <a:cs typeface="Times New Roman" panose="02020603050405020304" pitchFamily="18" charset="0"/>
              </a:rPr>
              <a:t>featu</a:t>
            </a:r>
            <a:r>
              <a:rPr lang="zh-CN" altLang="x-none" sz="1400">
                <a:solidFill>
                  <a:srgbClr val="494B6B"/>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 se</a:t>
            </a:r>
            <a:r>
              <a:rPr lang="zh-CN" altLang="x-none" sz="1400">
                <a:solidFill>
                  <a:srgbClr val="75383A"/>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ect</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on</a:t>
            </a:r>
            <a:r>
              <a:rPr lang="en-US" altLang="zh-CN" sz="1400">
                <a:solidFill>
                  <a:srgbClr val="625B69"/>
                </a:solidFill>
                <a:latin typeface="Times New Roman" panose="02020603050405020304" pitchFamily="18" charset="0"/>
                <a:cs typeface="Times New Roman" panose="02020603050405020304" pitchFamily="18" charset="0"/>
              </a:rPr>
              <a:t> </a:t>
            </a:r>
            <a:r>
              <a:rPr lang="zh-CN" altLang="x-none" sz="1400">
                <a:solidFill>
                  <a:srgbClr val="625B69"/>
                </a:solidFill>
                <a:latin typeface="Times New Roman" panose="02020603050405020304" pitchFamily="18" charset="0"/>
                <a:cs typeface="Times New Roman" panose="02020603050405020304" pitchFamily="18" charset="0"/>
              </a:rPr>
              <a:t>and st</a:t>
            </a:r>
            <a:r>
              <a:rPr lang="zh-CN" altLang="x-none" sz="1400">
                <a:solidFill>
                  <a:srgbClr val="494B6B"/>
                </a:solidFill>
                <a:latin typeface="Times New Roman" panose="02020603050405020304" pitchFamily="18" charset="0"/>
                <a:cs typeface="Times New Roman" panose="02020603050405020304" pitchFamily="18" charset="0"/>
              </a:rPr>
              <a:t>a</a:t>
            </a:r>
            <a:r>
              <a:rPr lang="zh-CN" altLang="x-none" sz="1400">
                <a:solidFill>
                  <a:srgbClr val="625B69"/>
                </a:solidFill>
                <a:latin typeface="Times New Roman" panose="02020603050405020304" pitchFamily="18" charset="0"/>
                <a:cs typeface="Times New Roman" panose="02020603050405020304" pitchFamily="18" charset="0"/>
              </a:rPr>
              <a:t>ndard</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zat</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on ensu</a:t>
            </a:r>
            <a:r>
              <a:rPr lang="zh-CN" altLang="x-none" sz="1400">
                <a:solidFill>
                  <a:srgbClr val="7B7582"/>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ed opt</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ma</a:t>
            </a:r>
            <a:r>
              <a:rPr lang="zh-CN" altLang="x-none" sz="1400">
                <a:solidFill>
                  <a:srgbClr val="3B5691"/>
                </a:solidFill>
                <a:latin typeface="Times New Roman" panose="02020603050405020304" pitchFamily="18" charset="0"/>
                <a:cs typeface="Times New Roman" panose="02020603050405020304" pitchFamily="18" charset="0"/>
              </a:rPr>
              <a:t>l </a:t>
            </a:r>
            <a:r>
              <a:rPr lang="zh-CN" altLang="x-none" sz="1400">
                <a:solidFill>
                  <a:srgbClr val="625B69"/>
                </a:solidFill>
                <a:latin typeface="Times New Roman" panose="02020603050405020304" pitchFamily="18" charset="0"/>
                <a:cs typeface="Times New Roman" panose="02020603050405020304" pitchFamily="18" charset="0"/>
              </a:rPr>
              <a:t>mo</a:t>
            </a:r>
            <a:r>
              <a:rPr lang="zh-CN" altLang="x-none" sz="1400">
                <a:solidFill>
                  <a:srgbClr val="494B6B"/>
                </a:solidFill>
                <a:latin typeface="Times New Roman" panose="02020603050405020304" pitchFamily="18" charset="0"/>
                <a:cs typeface="Times New Roman" panose="02020603050405020304" pitchFamily="18" charset="0"/>
              </a:rPr>
              <a:t>d</a:t>
            </a:r>
            <a:r>
              <a:rPr lang="zh-CN" altLang="x-none" sz="1400">
                <a:solidFill>
                  <a:srgbClr val="625B69"/>
                </a:solidFill>
                <a:latin typeface="Times New Roman" panose="02020603050405020304" pitchFamily="18" charset="0"/>
                <a:cs typeface="Times New Roman" panose="02020603050405020304" pitchFamily="18" charset="0"/>
              </a:rPr>
              <a:t>e</a:t>
            </a:r>
            <a:r>
              <a:rPr lang="zh-CN" altLang="x-none" sz="1400">
                <a:solidFill>
                  <a:srgbClr val="505E8E"/>
                </a:solidFill>
                <a:latin typeface="Times New Roman" panose="02020603050405020304" pitchFamily="18" charset="0"/>
                <a:cs typeface="Times New Roman" panose="02020603050405020304" pitchFamily="18" charset="0"/>
              </a:rPr>
              <a:t>l </a:t>
            </a:r>
            <a:r>
              <a:rPr lang="zh-CN" altLang="x-none" sz="1400">
                <a:solidFill>
                  <a:srgbClr val="494B6B"/>
                </a:solidFill>
                <a:latin typeface="Times New Roman" panose="02020603050405020304" pitchFamily="18" charset="0"/>
                <a:cs typeface="Times New Roman" panose="02020603050405020304" pitchFamily="18" charset="0"/>
              </a:rPr>
              <a:t>p</a:t>
            </a:r>
            <a:r>
              <a:rPr lang="zh-CN" altLang="x-none" sz="1400">
                <a:solidFill>
                  <a:srgbClr val="625B69"/>
                </a:solidFill>
                <a:latin typeface="Times New Roman" panose="02020603050405020304" pitchFamily="18" charset="0"/>
                <a:cs typeface="Times New Roman" panose="02020603050405020304" pitchFamily="18" charset="0"/>
              </a:rPr>
              <a:t>er</a:t>
            </a:r>
            <a:r>
              <a:rPr lang="zh-CN" altLang="x-none" sz="1400">
                <a:solidFill>
                  <a:srgbClr val="494B6B"/>
                </a:solidFill>
                <a:latin typeface="Times New Roman" panose="02020603050405020304" pitchFamily="18" charset="0"/>
                <a:cs typeface="Times New Roman" panose="02020603050405020304" pitchFamily="18" charset="0"/>
              </a:rPr>
              <a:t>f</a:t>
            </a:r>
            <a:r>
              <a:rPr lang="zh-CN" altLang="x-none" sz="1400">
                <a:solidFill>
                  <a:srgbClr val="625B69"/>
                </a:solidFill>
                <a:latin typeface="Times New Roman" panose="02020603050405020304" pitchFamily="18" charset="0"/>
                <a:cs typeface="Times New Roman" panose="02020603050405020304" pitchFamily="18" charset="0"/>
              </a:rPr>
              <a:t>orma</a:t>
            </a:r>
            <a:r>
              <a:rPr lang="zh-CN" altLang="x-none" sz="1400">
                <a:solidFill>
                  <a:srgbClr val="494B6B"/>
                </a:solidFill>
                <a:latin typeface="Times New Roman" panose="02020603050405020304" pitchFamily="18" charset="0"/>
                <a:cs typeface="Times New Roman" panose="02020603050405020304" pitchFamily="18" charset="0"/>
              </a:rPr>
              <a:t>n</a:t>
            </a:r>
            <a:r>
              <a:rPr lang="zh-CN" altLang="x-none" sz="1400">
                <a:solidFill>
                  <a:srgbClr val="625B69"/>
                </a:solidFill>
                <a:latin typeface="Times New Roman" panose="02020603050405020304" pitchFamily="18" charset="0"/>
                <a:cs typeface="Times New Roman" panose="02020603050405020304" pitchFamily="18" charset="0"/>
              </a:rPr>
              <a:t>ce</a:t>
            </a:r>
            <a:r>
              <a:rPr lang="en-US" altLang="zh-CN" sz="1400">
                <a:solidFill>
                  <a:srgbClr val="625B69"/>
                </a:solidFill>
                <a:latin typeface="Times New Roman" panose="02020603050405020304" pitchFamily="18" charset="0"/>
                <a:cs typeface="Times New Roman" panose="02020603050405020304" pitchFamily="18" charset="0"/>
              </a:rPr>
              <a:t> </a:t>
            </a:r>
            <a:r>
              <a:rPr lang="zh-CN" altLang="x-none" sz="1400">
                <a:solidFill>
                  <a:srgbClr val="625B69"/>
                </a:solidFill>
                <a:latin typeface="Times New Roman" panose="02020603050405020304" pitchFamily="18" charset="0"/>
                <a:cs typeface="Times New Roman" panose="02020603050405020304" pitchFamily="18" charset="0"/>
              </a:rPr>
              <a:t>a</a:t>
            </a:r>
            <a:r>
              <a:rPr lang="zh-CN" altLang="x-none" sz="1400">
                <a:solidFill>
                  <a:srgbClr val="494B6B"/>
                </a:solidFill>
                <a:latin typeface="Times New Roman" panose="02020603050405020304" pitchFamily="18" charset="0"/>
                <a:cs typeface="Times New Roman" panose="02020603050405020304" pitchFamily="18" charset="0"/>
              </a:rPr>
              <a:t>nd </a:t>
            </a:r>
            <a:r>
              <a:rPr lang="zh-CN" altLang="x-none" sz="1400">
                <a:solidFill>
                  <a:srgbClr val="625B69"/>
                </a:solidFill>
                <a:latin typeface="Times New Roman" panose="02020603050405020304" pitchFamily="18" charset="0"/>
                <a:cs typeface="Times New Roman" panose="02020603050405020304" pitchFamily="18" charset="0"/>
              </a:rPr>
              <a:t>eva</a:t>
            </a:r>
            <a:r>
              <a:rPr lang="zh-CN" altLang="x-none" sz="1400">
                <a:solidFill>
                  <a:srgbClr val="7B7582"/>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u</a:t>
            </a:r>
            <a:r>
              <a:rPr lang="zh-CN" altLang="x-none" sz="1400">
                <a:solidFill>
                  <a:srgbClr val="494B6B"/>
                </a:solidFill>
                <a:latin typeface="Times New Roman" panose="02020603050405020304" pitchFamily="18" charset="0"/>
                <a:cs typeface="Times New Roman" panose="02020603050405020304" pitchFamily="18" charset="0"/>
              </a:rPr>
              <a:t>a</a:t>
            </a:r>
            <a:r>
              <a:rPr lang="zh-CN" altLang="x-none" sz="1400">
                <a:solidFill>
                  <a:srgbClr val="523D48"/>
                </a:solidFill>
                <a:latin typeface="Times New Roman" panose="02020603050405020304" pitchFamily="18" charset="0"/>
                <a:cs typeface="Times New Roman" panose="02020603050405020304" pitchFamily="18" charset="0"/>
              </a:rPr>
              <a:t>t</a:t>
            </a:r>
            <a:r>
              <a:rPr lang="zh-CN" altLang="x-none" sz="1400">
                <a:solidFill>
                  <a:srgbClr val="3B3D75"/>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a:t>
            </a:r>
            <a:r>
              <a:rPr lang="zh-CN" altLang="x-none" sz="1400">
                <a:solidFill>
                  <a:srgbClr val="494B6B"/>
                </a:solidFill>
                <a:latin typeface="Times New Roman" panose="02020603050405020304" pitchFamily="18" charset="0"/>
                <a:cs typeface="Times New Roman" panose="02020603050405020304" pitchFamily="18" charset="0"/>
              </a:rPr>
              <a:t>n </a:t>
            </a:r>
            <a:r>
              <a:rPr lang="zh-CN" altLang="x-none" sz="1400">
                <a:solidFill>
                  <a:srgbClr val="625B69"/>
                </a:solidFill>
                <a:latin typeface="Times New Roman" panose="02020603050405020304" pitchFamily="18" charset="0"/>
                <a:cs typeface="Times New Roman" panose="02020603050405020304" pitchFamily="18" charset="0"/>
              </a:rPr>
              <a:t>me</a:t>
            </a:r>
            <a:r>
              <a:rPr lang="zh-CN" altLang="x-none" sz="1400">
                <a:solidFill>
                  <a:srgbClr val="494B6B"/>
                </a:solidFill>
                <a:latin typeface="Times New Roman" panose="02020603050405020304" pitchFamily="18" charset="0"/>
                <a:cs typeface="Times New Roman" panose="02020603050405020304" pitchFamily="18" charset="0"/>
              </a:rPr>
              <a:t>t</a:t>
            </a:r>
            <a:r>
              <a:rPr lang="zh-CN" altLang="x-none" sz="1400">
                <a:solidFill>
                  <a:srgbClr val="3B5691"/>
                </a:solidFill>
                <a:latin typeface="Times New Roman" panose="02020603050405020304" pitchFamily="18" charset="0"/>
                <a:cs typeface="Times New Roman" panose="02020603050405020304" pitchFamily="18" charset="0"/>
              </a:rPr>
              <a:t>r</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cs </a:t>
            </a:r>
            <a:r>
              <a:rPr lang="zh-CN" altLang="x-none" sz="1400">
                <a:solidFill>
                  <a:srgbClr val="7B7582"/>
                </a:solidFill>
                <a:latin typeface="Times New Roman" panose="02020603050405020304" pitchFamily="18" charset="0"/>
                <a:cs typeface="Times New Roman" panose="02020603050405020304" pitchFamily="18" charset="0"/>
              </a:rPr>
              <a:t>l</a:t>
            </a:r>
            <a:r>
              <a:rPr lang="zh-CN" altLang="x-none" sz="1400">
                <a:solidFill>
                  <a:srgbClr val="3B3D75"/>
                </a:solidFill>
                <a:latin typeface="Times New Roman" panose="02020603050405020304" pitchFamily="18" charset="0"/>
                <a:cs typeface="Times New Roman" panose="02020603050405020304" pitchFamily="18" charset="0"/>
              </a:rPr>
              <a:t>i</a:t>
            </a:r>
            <a:r>
              <a:rPr lang="zh-CN" altLang="x-none" sz="1400">
                <a:solidFill>
                  <a:srgbClr val="505E8E"/>
                </a:solidFill>
                <a:latin typeface="Times New Roman" panose="02020603050405020304" pitchFamily="18" charset="0"/>
                <a:cs typeface="Times New Roman" panose="02020603050405020304" pitchFamily="18" charset="0"/>
              </a:rPr>
              <a:t>k</a:t>
            </a:r>
            <a:r>
              <a:rPr lang="zh-CN" altLang="x-none" sz="1400">
                <a:solidFill>
                  <a:srgbClr val="625B69"/>
                </a:solidFill>
                <a:latin typeface="Times New Roman" panose="02020603050405020304" pitchFamily="18" charset="0"/>
                <a:cs typeface="Times New Roman" panose="02020603050405020304" pitchFamily="18" charset="0"/>
              </a:rPr>
              <a:t>e accuracy, p</a:t>
            </a:r>
            <a:r>
              <a:rPr lang="zh-CN" altLang="x-none" sz="1400">
                <a:solidFill>
                  <a:srgbClr val="3B5691"/>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ec</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s</a:t>
            </a:r>
            <a:r>
              <a:rPr lang="zh-CN" altLang="x-none" sz="1400">
                <a:solidFill>
                  <a:srgbClr val="3B3D75"/>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on, </a:t>
            </a:r>
            <a:r>
              <a:rPr lang="zh-CN" altLang="x-none" sz="1400">
                <a:solidFill>
                  <a:srgbClr val="3B5691"/>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ec</a:t>
            </a:r>
            <a:r>
              <a:rPr lang="zh-CN" altLang="x-none" sz="1400">
                <a:solidFill>
                  <a:srgbClr val="494B6B"/>
                </a:solidFill>
                <a:latin typeface="Times New Roman" panose="02020603050405020304" pitchFamily="18" charset="0"/>
                <a:cs typeface="Times New Roman" panose="02020603050405020304" pitchFamily="18" charset="0"/>
              </a:rPr>
              <a:t>all</a:t>
            </a:r>
            <a:r>
              <a:rPr lang="zh-CN" altLang="x-none" sz="1400">
                <a:solidFill>
                  <a:srgbClr val="696B89"/>
                </a:solidFill>
                <a:latin typeface="Times New Roman" panose="02020603050405020304" pitchFamily="18" charset="0"/>
                <a:cs typeface="Times New Roman" panose="02020603050405020304" pitchFamily="18" charset="0"/>
              </a:rPr>
              <a:t>.</a:t>
            </a:r>
            <a:r>
              <a:rPr lang="zh-CN" altLang="x-none" sz="1400">
                <a:solidFill>
                  <a:srgbClr val="625B69"/>
                </a:solidFill>
                <a:latin typeface="Times New Roman" panose="02020603050405020304" pitchFamily="18" charset="0"/>
                <a:cs typeface="Times New Roman" panose="02020603050405020304" pitchFamily="18" charset="0"/>
              </a:rPr>
              <a:t>and F</a:t>
            </a:r>
            <a:r>
              <a:rPr lang="zh-CN" altLang="x-none" sz="1400">
                <a:solidFill>
                  <a:srgbClr val="75383A"/>
                </a:solidFill>
                <a:latin typeface="Times New Roman" panose="02020603050405020304" pitchFamily="18" charset="0"/>
                <a:cs typeface="Times New Roman" panose="02020603050405020304" pitchFamily="18" charset="0"/>
              </a:rPr>
              <a:t>l</a:t>
            </a:r>
            <a:r>
              <a:rPr lang="zh-CN" altLang="x-none" sz="1400">
                <a:solidFill>
                  <a:srgbClr val="523D48"/>
                </a:solidFill>
                <a:latin typeface="Times New Roman" panose="02020603050405020304" pitchFamily="18" charset="0"/>
                <a:cs typeface="Times New Roman" panose="02020603050405020304" pitchFamily="18" charset="0"/>
              </a:rPr>
              <a:t>­ </a:t>
            </a:r>
            <a:r>
              <a:rPr lang="zh-CN" altLang="x-none" sz="1400">
                <a:solidFill>
                  <a:srgbClr val="625B69"/>
                </a:solidFill>
                <a:latin typeface="Times New Roman" panose="02020603050405020304" pitchFamily="18" charset="0"/>
                <a:cs typeface="Times New Roman" panose="02020603050405020304" pitchFamily="18" charset="0"/>
              </a:rPr>
              <a:t>score p</a:t>
            </a:r>
            <a:r>
              <a:rPr lang="zh-CN" altLang="x-none" sz="1400">
                <a:solidFill>
                  <a:srgbClr val="7B7582"/>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ov</a:t>
            </a:r>
            <a:r>
              <a:rPr lang="zh-CN" altLang="x-none" sz="1400">
                <a:solidFill>
                  <a:srgbClr val="3B3D75"/>
                </a:solidFill>
                <a:latin typeface="Times New Roman" panose="02020603050405020304" pitchFamily="18" charset="0"/>
                <a:cs typeface="Times New Roman" panose="02020603050405020304" pitchFamily="18" charset="0"/>
              </a:rPr>
              <a:t>id</a:t>
            </a:r>
            <a:r>
              <a:rPr lang="zh-CN" altLang="x-none" sz="1400">
                <a:solidFill>
                  <a:srgbClr val="625B69"/>
                </a:solidFill>
                <a:latin typeface="Times New Roman" panose="02020603050405020304" pitchFamily="18" charset="0"/>
                <a:cs typeface="Times New Roman" panose="02020603050405020304" pitchFamily="18" charset="0"/>
              </a:rPr>
              <a:t>ed a comp</a:t>
            </a:r>
            <a:r>
              <a:rPr lang="zh-CN" altLang="x-none" sz="1400">
                <a:solidFill>
                  <a:srgbClr val="3B5691"/>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ehe</a:t>
            </a:r>
            <a:r>
              <a:rPr lang="zh-CN" altLang="x-none" sz="1400">
                <a:solidFill>
                  <a:srgbClr val="494B6B"/>
                </a:solidFill>
                <a:latin typeface="Times New Roman" panose="02020603050405020304" pitchFamily="18" charset="0"/>
                <a:cs typeface="Times New Roman" panose="02020603050405020304" pitchFamily="18" charset="0"/>
              </a:rPr>
              <a:t>n</a:t>
            </a:r>
            <a:r>
              <a:rPr lang="zh-CN" altLang="x-none" sz="1400">
                <a:solidFill>
                  <a:srgbClr val="625B69"/>
                </a:solidFill>
                <a:latin typeface="Times New Roman" panose="02020603050405020304" pitchFamily="18" charset="0"/>
                <a:cs typeface="Times New Roman" panose="02020603050405020304" pitchFamily="18" charset="0"/>
              </a:rPr>
              <a:t>s</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ve assessmen</a:t>
            </a:r>
            <a:r>
              <a:rPr lang="zh-CN" altLang="x-none" sz="1400">
                <a:solidFill>
                  <a:srgbClr val="523D48"/>
                </a:solidFill>
                <a:latin typeface="Times New Roman" panose="02020603050405020304" pitchFamily="18" charset="0"/>
                <a:cs typeface="Times New Roman" panose="02020603050405020304" pitchFamily="18" charset="0"/>
              </a:rPr>
              <a:t>t </a:t>
            </a:r>
            <a:r>
              <a:rPr lang="zh-CN" altLang="x-none" sz="1400">
                <a:solidFill>
                  <a:srgbClr val="625B69"/>
                </a:solidFill>
                <a:latin typeface="Times New Roman" panose="02020603050405020304" pitchFamily="18" charset="0"/>
                <a:cs typeface="Times New Roman" panose="02020603050405020304" pitchFamily="18" charset="0"/>
              </a:rPr>
              <a:t>o</a:t>
            </a:r>
            <a:r>
              <a:rPr lang="zh-CN" altLang="x-none" sz="1400">
                <a:solidFill>
                  <a:srgbClr val="523D48"/>
                </a:solidFill>
                <a:latin typeface="Times New Roman" panose="02020603050405020304" pitchFamily="18" charset="0"/>
                <a:cs typeface="Times New Roman" panose="02020603050405020304" pitchFamily="18" charset="0"/>
              </a:rPr>
              <a:t>f </a:t>
            </a:r>
            <a:r>
              <a:rPr lang="zh-CN" altLang="x-none" sz="1400">
                <a:solidFill>
                  <a:srgbClr val="625B69"/>
                </a:solidFill>
                <a:latin typeface="Times New Roman" panose="02020603050405020304" pitchFamily="18" charset="0"/>
                <a:cs typeface="Times New Roman" panose="02020603050405020304" pitchFamily="18" charset="0"/>
              </a:rPr>
              <a:t>e</a:t>
            </a:r>
            <a:r>
              <a:rPr lang="zh-CN" altLang="x-none" sz="1400">
                <a:solidFill>
                  <a:srgbClr val="494B6B"/>
                </a:solidFill>
                <a:latin typeface="Times New Roman" panose="02020603050405020304" pitchFamily="18" charset="0"/>
                <a:cs typeface="Times New Roman" panose="02020603050405020304" pitchFamily="18" charset="0"/>
              </a:rPr>
              <a:t>ff</a:t>
            </a:r>
            <a:r>
              <a:rPr lang="zh-CN" altLang="x-none" sz="1400">
                <a:solidFill>
                  <a:srgbClr val="625B69"/>
                </a:solidFill>
                <a:latin typeface="Times New Roman" panose="02020603050405020304" pitchFamily="18" charset="0"/>
                <a:cs typeface="Times New Roman" panose="02020603050405020304" pitchFamily="18" charset="0"/>
              </a:rPr>
              <a:t>ec</a:t>
            </a:r>
            <a:r>
              <a:rPr lang="zh-CN" altLang="x-none" sz="1400">
                <a:solidFill>
                  <a:srgbClr val="523D48"/>
                </a:solidFill>
                <a:latin typeface="Times New Roman" panose="02020603050405020304" pitchFamily="18" charset="0"/>
                <a:cs typeface="Times New Roman" panose="02020603050405020304" pitchFamily="18" charset="0"/>
              </a:rPr>
              <a:t>t</a:t>
            </a:r>
            <a:r>
              <a:rPr lang="zh-CN" altLang="x-none" sz="1400">
                <a:solidFill>
                  <a:srgbClr val="3B3D75"/>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veness.</a:t>
            </a:r>
            <a:endParaRPr lang="zh-CN" altLang="x-none" sz="1400"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7" name="object 7"/>
          <p:cNvSpPr txBox="1"/>
          <p:nvPr>
            <p:custDataLst>
              <p:tags r:id="rId6"/>
            </p:custDataLst>
          </p:nvPr>
        </p:nvSpPr>
        <p:spPr>
          <a:xfrm>
            <a:off x="3397250" y="4129088"/>
            <a:ext cx="5472113" cy="1777365"/>
          </a:xfrm>
          <a:prstGeom prst="rect">
            <a:avLst/>
          </a:prstGeom>
        </p:spPr>
        <p:txBody>
          <a:bodyPr vert="horz" wrap="square" lIns="0" tIns="0" rIns="0" bIns="0" rtlCol="0">
            <a:spAutoFit/>
          </a:bodyPr>
          <a:p>
            <a:pPr marL="22225" eaLnBrk="1" hangingPunct="1">
              <a:buNone/>
            </a:pPr>
            <a:r>
              <a:rPr lang="zh-CN" altLang="x-none" sz="1400" b="1">
                <a:solidFill>
                  <a:srgbClr val="3A74B8"/>
                </a:solidFill>
                <a:latin typeface="Times New Roman" panose="02020603050405020304" pitchFamily="18" charset="0"/>
                <a:cs typeface="Times New Roman" panose="02020603050405020304" pitchFamily="18" charset="0"/>
              </a:rPr>
              <a:t>Future scope</a:t>
            </a:r>
            <a:endParaRPr lang="zh-CN" altLang="x-none" sz="1400" dirty="0">
              <a:latin typeface="Times New Roman" panose="02020603050405020304" pitchFamily="18" charset="0"/>
              <a:cs typeface="Times New Roman" panose="02020603050405020304" pitchFamily="18" charset="0"/>
            </a:endParaRPr>
          </a:p>
          <a:p>
            <a:pPr marL="22225" eaLnBrk="1" hangingPunct="1">
              <a:lnSpc>
                <a:spcPct val="113000"/>
              </a:lnSpc>
              <a:spcBef>
                <a:spcPts val="900"/>
              </a:spcBef>
              <a:buNone/>
            </a:pPr>
            <a:r>
              <a:rPr lang="zh-CN" altLang="x-none" sz="1400">
                <a:solidFill>
                  <a:srgbClr val="494B6B"/>
                </a:solidFill>
                <a:latin typeface="Times New Roman" panose="02020603050405020304" pitchFamily="18" charset="0"/>
                <a:cs typeface="Times New Roman" panose="02020603050405020304" pitchFamily="18" charset="0"/>
              </a:rPr>
              <a:t>F</a:t>
            </a:r>
            <a:r>
              <a:rPr lang="zh-CN" altLang="x-none" sz="1400">
                <a:solidFill>
                  <a:srgbClr val="625B69"/>
                </a:solidFill>
                <a:latin typeface="Times New Roman" panose="02020603050405020304" pitchFamily="18" charset="0"/>
                <a:cs typeface="Times New Roman" panose="02020603050405020304" pitchFamily="18" charset="0"/>
              </a:rPr>
              <a:t>u</a:t>
            </a:r>
            <a:r>
              <a:rPr lang="zh-CN" altLang="x-none" sz="1400">
                <a:solidFill>
                  <a:srgbClr val="523D48"/>
                </a:solidFill>
                <a:latin typeface="Times New Roman" panose="02020603050405020304" pitchFamily="18" charset="0"/>
                <a:cs typeface="Times New Roman" panose="02020603050405020304" pitchFamily="18" charset="0"/>
              </a:rPr>
              <a:t>t</a:t>
            </a:r>
            <a:r>
              <a:rPr lang="zh-CN" altLang="x-none" sz="1400">
                <a:solidFill>
                  <a:srgbClr val="625B69"/>
                </a:solidFill>
                <a:latin typeface="Times New Roman" panose="02020603050405020304" pitchFamily="18" charset="0"/>
                <a:cs typeface="Times New Roman" panose="02020603050405020304" pitchFamily="18" charset="0"/>
              </a:rPr>
              <a:t>u</a:t>
            </a:r>
            <a:r>
              <a:rPr lang="zh-CN" altLang="x-none" sz="1400">
                <a:solidFill>
                  <a:srgbClr val="7B7582"/>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 wor</a:t>
            </a:r>
            <a:r>
              <a:rPr lang="zh-CN" altLang="x-none" sz="1400">
                <a:solidFill>
                  <a:srgbClr val="505E8E"/>
                </a:solidFill>
                <a:latin typeface="Times New Roman" panose="02020603050405020304" pitchFamily="18" charset="0"/>
                <a:cs typeface="Times New Roman" panose="02020603050405020304" pitchFamily="18" charset="0"/>
              </a:rPr>
              <a:t>k </a:t>
            </a:r>
            <a:r>
              <a:rPr lang="zh-CN" altLang="x-none" sz="1400">
                <a:solidFill>
                  <a:srgbClr val="625B69"/>
                </a:solidFill>
                <a:latin typeface="Times New Roman" panose="02020603050405020304" pitchFamily="18" charset="0"/>
                <a:cs typeface="Times New Roman" panose="02020603050405020304" pitchFamily="18" charset="0"/>
              </a:rPr>
              <a:t>ca</a:t>
            </a:r>
            <a:r>
              <a:rPr lang="zh-CN" altLang="x-none" sz="1400">
                <a:solidFill>
                  <a:srgbClr val="494B6B"/>
                </a:solidFill>
                <a:latin typeface="Times New Roman" panose="02020603050405020304" pitchFamily="18" charset="0"/>
                <a:cs typeface="Times New Roman" panose="02020603050405020304" pitchFamily="18" charset="0"/>
              </a:rPr>
              <a:t>n </a:t>
            </a:r>
            <a:r>
              <a:rPr lang="zh-CN" altLang="x-none" sz="1400">
                <a:solidFill>
                  <a:srgbClr val="523D48"/>
                </a:solidFill>
                <a:latin typeface="Times New Roman" panose="02020603050405020304" pitchFamily="18" charset="0"/>
                <a:cs typeface="Times New Roman" panose="02020603050405020304" pitchFamily="18" charset="0"/>
              </a:rPr>
              <a:t>f</a:t>
            </a:r>
            <a:r>
              <a:rPr lang="zh-CN" altLang="x-none" sz="1400">
                <a:solidFill>
                  <a:srgbClr val="625B69"/>
                </a:solidFill>
                <a:latin typeface="Times New Roman" panose="02020603050405020304" pitchFamily="18" charset="0"/>
                <a:cs typeface="Times New Roman" panose="02020603050405020304" pitchFamily="18" charset="0"/>
              </a:rPr>
              <a:t>ocus on </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n</a:t>
            </a:r>
            <a:r>
              <a:rPr lang="zh-CN" altLang="x-none" sz="1400">
                <a:solidFill>
                  <a:srgbClr val="523D48"/>
                </a:solidFill>
                <a:latin typeface="Times New Roman" panose="02020603050405020304" pitchFamily="18" charset="0"/>
                <a:cs typeface="Times New Roman" panose="02020603050405020304" pitchFamily="18" charset="0"/>
              </a:rPr>
              <a:t>t</a:t>
            </a:r>
            <a:r>
              <a:rPr lang="zh-CN" altLang="x-none" sz="1400">
                <a:solidFill>
                  <a:srgbClr val="625B69"/>
                </a:solidFill>
                <a:latin typeface="Times New Roman" panose="02020603050405020304" pitchFamily="18" charset="0"/>
                <a:cs typeface="Times New Roman" panose="02020603050405020304" pitchFamily="18" charset="0"/>
              </a:rPr>
              <a:t>egra</a:t>
            </a:r>
            <a:r>
              <a:rPr lang="zh-CN" altLang="x-none" sz="1400">
                <a:solidFill>
                  <a:srgbClr val="523D48"/>
                </a:solidFill>
                <a:latin typeface="Times New Roman" panose="02020603050405020304" pitchFamily="18" charset="0"/>
                <a:cs typeface="Times New Roman" panose="02020603050405020304" pitchFamily="18" charset="0"/>
              </a:rPr>
              <a:t>t</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ng deep </a:t>
            </a:r>
            <a:r>
              <a:rPr lang="zh-CN" altLang="x-none" sz="1400">
                <a:solidFill>
                  <a:srgbClr val="3B5691"/>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ea</a:t>
            </a:r>
            <a:r>
              <a:rPr lang="zh-CN" altLang="x-none" sz="1400">
                <a:solidFill>
                  <a:srgbClr val="494B6B"/>
                </a:solidFill>
                <a:latin typeface="Times New Roman" panose="02020603050405020304" pitchFamily="18" charset="0"/>
                <a:cs typeface="Times New Roman" panose="02020603050405020304" pitchFamily="18" charset="0"/>
              </a:rPr>
              <a:t>rn</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ng mode</a:t>
            </a:r>
            <a:r>
              <a:rPr lang="zh-CN" altLang="x-none" sz="1400">
                <a:solidFill>
                  <a:srgbClr val="75383A"/>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s to </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mp</a:t>
            </a:r>
            <a:r>
              <a:rPr lang="zh-CN" altLang="x-none" sz="1400">
                <a:solidFill>
                  <a:srgbClr val="7B7582"/>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ove segmentat</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on accuracy and </a:t>
            </a:r>
            <a:r>
              <a:rPr lang="zh-CN" altLang="x-none" sz="1400">
                <a:solidFill>
                  <a:srgbClr val="3B5691"/>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ea</a:t>
            </a:r>
            <a:r>
              <a:rPr lang="zh-CN" altLang="x-none" sz="1400">
                <a:solidFill>
                  <a:srgbClr val="7B7582"/>
                </a:solidFill>
                <a:latin typeface="Times New Roman" panose="02020603050405020304" pitchFamily="18" charset="0"/>
                <a:cs typeface="Times New Roman" panose="02020603050405020304" pitchFamily="18" charset="0"/>
              </a:rPr>
              <a:t>l</a:t>
            </a:r>
            <a:r>
              <a:rPr lang="zh-CN" altLang="x-none" sz="1400">
                <a:solidFill>
                  <a:srgbClr val="494B6B"/>
                </a:solidFill>
                <a:latin typeface="Times New Roman" panose="02020603050405020304" pitchFamily="18" charset="0"/>
                <a:cs typeface="Times New Roman" panose="02020603050405020304" pitchFamily="18" charset="0"/>
              </a:rPr>
              <a:t>-</a:t>
            </a:r>
            <a:r>
              <a:rPr lang="zh-CN" altLang="x-none" sz="1400">
                <a:solidFill>
                  <a:srgbClr val="625B69"/>
                </a:solidFill>
                <a:latin typeface="Times New Roman" panose="02020603050405020304" pitchFamily="18" charset="0"/>
                <a:cs typeface="Times New Roman" panose="02020603050405020304" pitchFamily="18" charset="0"/>
              </a:rPr>
              <a:t>t</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me data p</a:t>
            </a:r>
            <a:r>
              <a:rPr lang="zh-CN" altLang="x-none" sz="1400">
                <a:solidFill>
                  <a:srgbClr val="494B6B"/>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ocess</a:t>
            </a:r>
            <a:r>
              <a:rPr lang="zh-CN" altLang="x-none" sz="1400">
                <a:solidFill>
                  <a:srgbClr val="3B3D75"/>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ng fo</a:t>
            </a:r>
            <a:r>
              <a:rPr lang="zh-CN" altLang="x-none" sz="1400">
                <a:solidFill>
                  <a:srgbClr val="494B6B"/>
                </a:solidFill>
                <a:latin typeface="Times New Roman" panose="02020603050405020304" pitchFamily="18" charset="0"/>
                <a:cs typeface="Times New Roman" panose="02020603050405020304" pitchFamily="18" charset="0"/>
              </a:rPr>
              <a:t>r </a:t>
            </a:r>
            <a:r>
              <a:rPr lang="zh-CN" altLang="x-none" sz="1400">
                <a:solidFill>
                  <a:srgbClr val="625B69"/>
                </a:solidFill>
                <a:latin typeface="Times New Roman" panose="02020603050405020304" pitchFamily="18" charset="0"/>
                <a:cs typeface="Times New Roman" panose="02020603050405020304" pitchFamily="18" charset="0"/>
              </a:rPr>
              <a:t>dynam</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c content </a:t>
            </a:r>
            <a:r>
              <a:rPr lang="zh-CN" altLang="x-none" sz="1400">
                <a:solidFill>
                  <a:srgbClr val="494B6B"/>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ecomme</a:t>
            </a:r>
            <a:r>
              <a:rPr lang="zh-CN" altLang="x-none" sz="1400">
                <a:solidFill>
                  <a:srgbClr val="494B6B"/>
                </a:solidFill>
                <a:latin typeface="Times New Roman" panose="02020603050405020304" pitchFamily="18" charset="0"/>
                <a:cs typeface="Times New Roman" panose="02020603050405020304" pitchFamily="18" charset="0"/>
              </a:rPr>
              <a:t>n</a:t>
            </a:r>
            <a:r>
              <a:rPr lang="zh-CN" altLang="x-none" sz="1400">
                <a:solidFill>
                  <a:srgbClr val="625B69"/>
                </a:solidFill>
                <a:latin typeface="Times New Roman" panose="02020603050405020304" pitchFamily="18" charset="0"/>
                <a:cs typeface="Times New Roman" panose="02020603050405020304" pitchFamily="18" charset="0"/>
              </a:rPr>
              <a:t>dat</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a:t>
            </a:r>
            <a:r>
              <a:rPr lang="zh-CN" altLang="x-none" sz="1400">
                <a:solidFill>
                  <a:srgbClr val="494B6B"/>
                </a:solidFill>
                <a:latin typeface="Times New Roman" panose="02020603050405020304" pitchFamily="18" charset="0"/>
                <a:cs typeface="Times New Roman" panose="02020603050405020304" pitchFamily="18" charset="0"/>
              </a:rPr>
              <a:t>n</a:t>
            </a:r>
            <a:r>
              <a:rPr lang="zh-CN" altLang="x-none" sz="1400">
                <a:solidFill>
                  <a:srgbClr val="625B69"/>
                </a:solidFill>
                <a:latin typeface="Times New Roman" panose="02020603050405020304" pitchFamily="18" charset="0"/>
                <a:cs typeface="Times New Roman" panose="02020603050405020304" pitchFamily="18" charset="0"/>
              </a:rPr>
              <a:t>s. </a:t>
            </a:r>
            <a:r>
              <a:rPr lang="zh-CN" altLang="x-none" sz="1400">
                <a:solidFill>
                  <a:srgbClr val="494B6B"/>
                </a:solidFill>
                <a:latin typeface="Times New Roman" panose="02020603050405020304" pitchFamily="18" charset="0"/>
                <a:cs typeface="Times New Roman" panose="02020603050405020304" pitchFamily="18" charset="0"/>
              </a:rPr>
              <a:t>H</a:t>
            </a:r>
            <a:r>
              <a:rPr lang="zh-CN" altLang="x-none" sz="1400">
                <a:solidFill>
                  <a:srgbClr val="625B69"/>
                </a:solidFill>
                <a:latin typeface="Times New Roman" panose="02020603050405020304" pitchFamily="18" charset="0"/>
                <a:cs typeface="Times New Roman" panose="02020603050405020304" pitchFamily="18" charset="0"/>
              </a:rPr>
              <a:t>yb</a:t>
            </a:r>
            <a:r>
              <a:rPr lang="zh-CN" altLang="x-none" sz="1400">
                <a:solidFill>
                  <a:srgbClr val="3B5691"/>
                </a:solidFill>
                <a:latin typeface="Times New Roman" panose="02020603050405020304" pitchFamily="18" charset="0"/>
                <a:cs typeface="Times New Roman" panose="02020603050405020304" pitchFamily="18" charset="0"/>
              </a:rPr>
              <a:t>r</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d mach</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494B6B"/>
                </a:solidFill>
                <a:latin typeface="Times New Roman" panose="02020603050405020304" pitchFamily="18" charset="0"/>
                <a:cs typeface="Times New Roman" panose="02020603050405020304" pitchFamily="18" charset="0"/>
              </a:rPr>
              <a:t>n</a:t>
            </a:r>
            <a:r>
              <a:rPr lang="zh-CN" altLang="x-none" sz="1400">
                <a:solidFill>
                  <a:srgbClr val="625B69"/>
                </a:solidFill>
                <a:latin typeface="Times New Roman" panose="02020603050405020304" pitchFamily="18" charset="0"/>
                <a:cs typeface="Times New Roman" panose="02020603050405020304" pitchFamily="18" charset="0"/>
              </a:rPr>
              <a:t>e </a:t>
            </a:r>
            <a:r>
              <a:rPr lang="zh-CN" altLang="x-none" sz="1400">
                <a:solidFill>
                  <a:srgbClr val="3B3D75"/>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earn</a:t>
            </a:r>
            <a:r>
              <a:rPr lang="zh-CN" altLang="x-none" sz="1400">
                <a:solidFill>
                  <a:srgbClr val="696B89"/>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ng app</a:t>
            </a:r>
            <a:r>
              <a:rPr lang="zh-CN" altLang="x-none" sz="1400">
                <a:solidFill>
                  <a:srgbClr val="7B7582"/>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oaches can enhance</a:t>
            </a:r>
            <a:endParaRPr lang="zh-CN" altLang="x-none" sz="1400" dirty="0">
              <a:latin typeface="Times New Roman" panose="02020603050405020304" pitchFamily="18" charset="0"/>
              <a:cs typeface="Times New Roman" panose="02020603050405020304" pitchFamily="18" charset="0"/>
            </a:endParaRPr>
          </a:p>
          <a:p>
            <a:pPr marL="22225" eaLnBrk="1" hangingPunct="1">
              <a:spcBef>
                <a:spcPts val="150"/>
              </a:spcBef>
              <a:buNone/>
            </a:pPr>
            <a:r>
              <a:rPr lang="zh-CN" altLang="x-none" sz="1400">
                <a:solidFill>
                  <a:srgbClr val="625B69"/>
                </a:solidFill>
                <a:latin typeface="Times New Roman" panose="02020603050405020304" pitchFamily="18" charset="0"/>
                <a:cs typeface="Times New Roman" panose="02020603050405020304" pitchFamily="18" charset="0"/>
              </a:rPr>
              <a:t>c</a:t>
            </a:r>
            <a:r>
              <a:rPr lang="zh-CN" altLang="x-none" sz="1400">
                <a:solidFill>
                  <a:srgbClr val="3B3D75"/>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ass</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523D48"/>
                </a:solidFill>
                <a:latin typeface="Times New Roman" panose="02020603050405020304" pitchFamily="18" charset="0"/>
                <a:cs typeface="Times New Roman" panose="02020603050405020304" pitchFamily="18" charset="0"/>
              </a:rPr>
              <a:t>fi</a:t>
            </a:r>
            <a:r>
              <a:rPr lang="zh-CN" altLang="x-none" sz="1400">
                <a:solidFill>
                  <a:srgbClr val="625B69"/>
                </a:solidFill>
                <a:latin typeface="Times New Roman" panose="02020603050405020304" pitchFamily="18" charset="0"/>
                <a:cs typeface="Times New Roman" panose="02020603050405020304" pitchFamily="18" charset="0"/>
              </a:rPr>
              <a:t>c</a:t>
            </a:r>
            <a:r>
              <a:rPr lang="zh-CN" altLang="x-none" sz="1400">
                <a:solidFill>
                  <a:srgbClr val="494B6B"/>
                </a:solidFill>
                <a:latin typeface="Times New Roman" panose="02020603050405020304" pitchFamily="18" charset="0"/>
                <a:cs typeface="Times New Roman" panose="02020603050405020304" pitchFamily="18" charset="0"/>
              </a:rPr>
              <a:t>a</a:t>
            </a:r>
            <a:r>
              <a:rPr lang="zh-CN" altLang="x-none" sz="1400">
                <a:solidFill>
                  <a:srgbClr val="523D48"/>
                </a:solidFill>
                <a:latin typeface="Times New Roman" panose="02020603050405020304" pitchFamily="18" charset="0"/>
                <a:cs typeface="Times New Roman" panose="02020603050405020304" pitchFamily="18" charset="0"/>
              </a:rPr>
              <a:t>t</a:t>
            </a:r>
            <a:r>
              <a:rPr lang="zh-CN" altLang="x-none" sz="1400">
                <a:solidFill>
                  <a:srgbClr val="3B3D75"/>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a:t>
            </a:r>
            <a:r>
              <a:rPr lang="zh-CN" altLang="x-none" sz="1400">
                <a:solidFill>
                  <a:srgbClr val="494B6B"/>
                </a:solidFill>
                <a:latin typeface="Times New Roman" panose="02020603050405020304" pitchFamily="18" charset="0"/>
                <a:cs typeface="Times New Roman" panose="02020603050405020304" pitchFamily="18" charset="0"/>
              </a:rPr>
              <a:t>n </a:t>
            </a:r>
            <a:r>
              <a:rPr lang="zh-CN" altLang="x-none" sz="1400">
                <a:solidFill>
                  <a:srgbClr val="625B69"/>
                </a:solidFill>
                <a:latin typeface="Times New Roman" panose="02020603050405020304" pitchFamily="18" charset="0"/>
                <a:cs typeface="Times New Roman" panose="02020603050405020304" pitchFamily="18" charset="0"/>
              </a:rPr>
              <a:t>effic</a:t>
            </a:r>
            <a:r>
              <a:rPr lang="zh-CN" altLang="x-none" sz="1400">
                <a:solidFill>
                  <a:srgbClr val="696B89"/>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ency</a:t>
            </a:r>
            <a:r>
              <a:rPr lang="zh-CN" altLang="x-none" sz="1400">
                <a:solidFill>
                  <a:srgbClr val="7B7582"/>
                </a:solidFill>
                <a:latin typeface="Times New Roman" panose="02020603050405020304" pitchFamily="18" charset="0"/>
                <a:cs typeface="Times New Roman" panose="02020603050405020304" pitchFamily="18" charset="0"/>
              </a:rPr>
              <a:t>, </a:t>
            </a:r>
            <a:r>
              <a:rPr lang="zh-CN" altLang="x-none" sz="1400">
                <a:solidFill>
                  <a:srgbClr val="625B69"/>
                </a:solidFill>
                <a:latin typeface="Times New Roman" panose="02020603050405020304" pitchFamily="18" charset="0"/>
                <a:cs typeface="Times New Roman" panose="02020603050405020304" pitchFamily="18" charset="0"/>
              </a:rPr>
              <a:t>wh</a:t>
            </a:r>
            <a:r>
              <a:rPr lang="zh-CN" altLang="x-none" sz="1400">
                <a:solidFill>
                  <a:srgbClr val="494B6B"/>
                </a:solidFill>
                <a:latin typeface="Times New Roman" panose="02020603050405020304" pitchFamily="18" charset="0"/>
                <a:cs typeface="Times New Roman" panose="02020603050405020304" pitchFamily="18" charset="0"/>
              </a:rPr>
              <a:t>il</a:t>
            </a:r>
            <a:r>
              <a:rPr lang="zh-CN" altLang="x-none" sz="1400">
                <a:solidFill>
                  <a:srgbClr val="625B69"/>
                </a:solidFill>
                <a:latin typeface="Times New Roman" panose="02020603050405020304" pitchFamily="18" charset="0"/>
                <a:cs typeface="Times New Roman" panose="02020603050405020304" pitchFamily="18" charset="0"/>
              </a:rPr>
              <a:t>e c</a:t>
            </a:r>
            <a:r>
              <a:rPr lang="zh-CN" altLang="x-none" sz="1400">
                <a:solidFill>
                  <a:srgbClr val="494B6B"/>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oss</a:t>
            </a:r>
            <a:r>
              <a:rPr lang="zh-CN" altLang="x-none" sz="1400">
                <a:solidFill>
                  <a:srgbClr val="494B6B"/>
                </a:solidFill>
                <a:latin typeface="Times New Roman" panose="02020603050405020304" pitchFamily="18" charset="0"/>
                <a:cs typeface="Times New Roman" panose="02020603050405020304" pitchFamily="18" charset="0"/>
              </a:rPr>
              <a:t>-</a:t>
            </a:r>
            <a:r>
              <a:rPr lang="zh-CN" altLang="x-none" sz="1400">
                <a:solidFill>
                  <a:srgbClr val="625B69"/>
                </a:solidFill>
                <a:latin typeface="Times New Roman" panose="02020603050405020304" pitchFamily="18" charset="0"/>
                <a:cs typeface="Times New Roman" panose="02020603050405020304" pitchFamily="18" charset="0"/>
              </a:rPr>
              <a:t>p</a:t>
            </a:r>
            <a:r>
              <a:rPr lang="zh-CN" altLang="x-none" sz="1400">
                <a:solidFill>
                  <a:srgbClr val="3B5691"/>
                </a:solidFill>
                <a:latin typeface="Times New Roman" panose="02020603050405020304" pitchFamily="18" charset="0"/>
                <a:cs typeface="Times New Roman" panose="02020603050405020304" pitchFamily="18" charset="0"/>
              </a:rPr>
              <a:t>l</a:t>
            </a:r>
            <a:r>
              <a:rPr lang="zh-CN" altLang="x-none" sz="1400">
                <a:solidFill>
                  <a:srgbClr val="494B6B"/>
                </a:solidFill>
                <a:latin typeface="Times New Roman" panose="02020603050405020304" pitchFamily="18" charset="0"/>
                <a:cs typeface="Times New Roman" panose="02020603050405020304" pitchFamily="18" charset="0"/>
              </a:rPr>
              <a:t>a</a:t>
            </a:r>
            <a:r>
              <a:rPr lang="zh-CN" altLang="x-none" sz="1400">
                <a:solidFill>
                  <a:srgbClr val="625B69"/>
                </a:solidFill>
                <a:latin typeface="Times New Roman" panose="02020603050405020304" pitchFamily="18" charset="0"/>
                <a:cs typeface="Times New Roman" panose="02020603050405020304" pitchFamily="18" charset="0"/>
              </a:rPr>
              <a:t>t</a:t>
            </a:r>
            <a:r>
              <a:rPr lang="zh-CN" altLang="x-none" sz="1400">
                <a:solidFill>
                  <a:srgbClr val="494B6B"/>
                </a:solidFill>
                <a:latin typeface="Times New Roman" panose="02020603050405020304" pitchFamily="18" charset="0"/>
                <a:cs typeface="Times New Roman" panose="02020603050405020304" pitchFamily="18" charset="0"/>
              </a:rPr>
              <a:t>f</a:t>
            </a:r>
            <a:r>
              <a:rPr lang="zh-CN" altLang="x-none" sz="1400">
                <a:solidFill>
                  <a:srgbClr val="625B69"/>
                </a:solidFill>
                <a:latin typeface="Times New Roman" panose="02020603050405020304" pitchFamily="18" charset="0"/>
                <a:cs typeface="Times New Roman" panose="02020603050405020304" pitchFamily="18" charset="0"/>
              </a:rPr>
              <a:t>orm b</a:t>
            </a:r>
            <a:r>
              <a:rPr lang="zh-CN" altLang="x-none" sz="1400">
                <a:solidFill>
                  <a:srgbClr val="494B6B"/>
                </a:solidFill>
                <a:latin typeface="Times New Roman" panose="02020603050405020304" pitchFamily="18" charset="0"/>
                <a:cs typeface="Times New Roman" panose="02020603050405020304" pitchFamily="18" charset="0"/>
              </a:rPr>
              <a:t>e</a:t>
            </a:r>
            <a:r>
              <a:rPr lang="zh-CN" altLang="x-none" sz="1400">
                <a:solidFill>
                  <a:srgbClr val="625B69"/>
                </a:solidFill>
                <a:latin typeface="Times New Roman" panose="02020603050405020304" pitchFamily="18" charset="0"/>
                <a:cs typeface="Times New Roman" panose="02020603050405020304" pitchFamily="18" charset="0"/>
              </a:rPr>
              <a:t>hav</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or ana</a:t>
            </a:r>
            <a:r>
              <a:rPr lang="zh-CN" altLang="x-none" sz="1400">
                <a:solidFill>
                  <a:srgbClr val="75383A"/>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ys</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s w</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96B89"/>
                </a:solidFill>
                <a:latin typeface="Times New Roman" panose="02020603050405020304" pitchFamily="18" charset="0"/>
                <a:cs typeface="Times New Roman" panose="02020603050405020304" pitchFamily="18" charset="0"/>
              </a:rPr>
              <a:t>ll </a:t>
            </a:r>
            <a:r>
              <a:rPr lang="zh-CN" altLang="x-none" sz="1400">
                <a:solidFill>
                  <a:srgbClr val="625B69"/>
                </a:solidFill>
                <a:latin typeface="Times New Roman" panose="02020603050405020304" pitchFamily="18" charset="0"/>
                <a:cs typeface="Times New Roman" panose="02020603050405020304" pitchFamily="18" charset="0"/>
              </a:rPr>
              <a:t>he</a:t>
            </a:r>
            <a:r>
              <a:rPr lang="zh-CN" altLang="x-none" sz="1400">
                <a:solidFill>
                  <a:srgbClr val="75383A"/>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p</a:t>
            </a:r>
            <a:endParaRPr lang="zh-CN" altLang="x-none" sz="1400" dirty="0">
              <a:latin typeface="Times New Roman" panose="02020603050405020304" pitchFamily="18" charset="0"/>
              <a:cs typeface="Times New Roman" panose="02020603050405020304" pitchFamily="18" charset="0"/>
            </a:endParaRPr>
          </a:p>
          <a:p>
            <a:pPr marL="22225" eaLnBrk="1" hangingPunct="1">
              <a:lnSpc>
                <a:spcPct val="110000"/>
              </a:lnSpc>
              <a:spcBef>
                <a:spcPts val="75"/>
              </a:spcBef>
              <a:buNone/>
            </a:pPr>
            <a:r>
              <a:rPr lang="zh-CN" altLang="x-none" sz="1400">
                <a:solidFill>
                  <a:srgbClr val="625B69"/>
                </a:solidFill>
                <a:latin typeface="Times New Roman" panose="02020603050405020304" pitchFamily="18" charset="0"/>
                <a:cs typeface="Times New Roman" panose="02020603050405020304" pitchFamily="18" charset="0"/>
              </a:rPr>
              <a:t>c</a:t>
            </a:r>
            <a:r>
              <a:rPr lang="zh-CN" altLang="x-none" sz="1400">
                <a:solidFill>
                  <a:srgbClr val="494B6B"/>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ea</a:t>
            </a:r>
            <a:r>
              <a:rPr lang="zh-CN" altLang="x-none" sz="1400">
                <a:solidFill>
                  <a:srgbClr val="523D48"/>
                </a:solidFill>
                <a:latin typeface="Times New Roman" panose="02020603050405020304" pitchFamily="18" charset="0"/>
                <a:cs typeface="Times New Roman" panose="02020603050405020304" pitchFamily="18" charset="0"/>
              </a:rPr>
              <a:t>t</a:t>
            </a:r>
            <a:r>
              <a:rPr lang="zh-CN" altLang="x-none" sz="1400">
                <a:solidFill>
                  <a:srgbClr val="625B69"/>
                </a:solidFill>
                <a:latin typeface="Times New Roman" panose="02020603050405020304" pitchFamily="18" charset="0"/>
                <a:cs typeface="Times New Roman" panose="02020603050405020304" pitchFamily="18" charset="0"/>
              </a:rPr>
              <a:t>e a un</a:t>
            </a:r>
            <a:r>
              <a:rPr lang="zh-CN" altLang="x-none" sz="1400">
                <a:solidFill>
                  <a:srgbClr val="3B3D75"/>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fie</a:t>
            </a:r>
            <a:r>
              <a:rPr lang="zh-CN" altLang="x-none" sz="1400">
                <a:solidFill>
                  <a:srgbClr val="494B6B"/>
                </a:solidFill>
                <a:latin typeface="Times New Roman" panose="02020603050405020304" pitchFamily="18" charset="0"/>
                <a:cs typeface="Times New Roman" panose="02020603050405020304" pitchFamily="18" charset="0"/>
              </a:rPr>
              <a:t>d </a:t>
            </a:r>
            <a:r>
              <a:rPr lang="zh-CN" altLang="x-none" sz="1400">
                <a:solidFill>
                  <a:srgbClr val="625B69"/>
                </a:solidFill>
                <a:latin typeface="Times New Roman" panose="02020603050405020304" pitchFamily="18" charset="0"/>
                <a:cs typeface="Times New Roman" panose="02020603050405020304" pitchFamily="18" charset="0"/>
              </a:rPr>
              <a:t>use</a:t>
            </a:r>
            <a:r>
              <a:rPr lang="zh-CN" altLang="x-none" sz="1400">
                <a:solidFill>
                  <a:srgbClr val="7B7582"/>
                </a:solidFill>
                <a:latin typeface="Times New Roman" panose="02020603050405020304" pitchFamily="18" charset="0"/>
                <a:cs typeface="Times New Roman" panose="02020603050405020304" pitchFamily="18" charset="0"/>
              </a:rPr>
              <a:t>r </a:t>
            </a:r>
            <a:r>
              <a:rPr lang="zh-CN" altLang="x-none" sz="1400">
                <a:solidFill>
                  <a:srgbClr val="625B69"/>
                </a:solidFill>
                <a:latin typeface="Times New Roman" panose="02020603050405020304" pitchFamily="18" charset="0"/>
                <a:cs typeface="Times New Roman" panose="02020603050405020304" pitchFamily="18" charset="0"/>
              </a:rPr>
              <a:t>ex</a:t>
            </a:r>
            <a:r>
              <a:rPr lang="zh-CN" altLang="x-none" sz="1400">
                <a:solidFill>
                  <a:srgbClr val="494B6B"/>
                </a:solidFill>
                <a:latin typeface="Times New Roman" panose="02020603050405020304" pitchFamily="18" charset="0"/>
                <a:cs typeface="Times New Roman" panose="02020603050405020304" pitchFamily="18" charset="0"/>
              </a:rPr>
              <a:t>p</a:t>
            </a:r>
            <a:r>
              <a:rPr lang="zh-CN" altLang="x-none" sz="1400">
                <a:solidFill>
                  <a:srgbClr val="625B69"/>
                </a:solidFill>
                <a:latin typeface="Times New Roman" panose="02020603050405020304" pitchFamily="18" charset="0"/>
                <a:cs typeface="Times New Roman" panose="02020603050405020304" pitchFamily="18" charset="0"/>
              </a:rPr>
              <a:t>er</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ence</a:t>
            </a:r>
            <a:r>
              <a:rPr lang="zh-CN" altLang="x-none" sz="1400">
                <a:solidFill>
                  <a:srgbClr val="7B7582"/>
                </a:solidFill>
                <a:latin typeface="Times New Roman" panose="02020603050405020304" pitchFamily="18" charset="0"/>
                <a:cs typeface="Times New Roman" panose="02020603050405020304" pitchFamily="18" charset="0"/>
              </a:rPr>
              <a:t>. </a:t>
            </a:r>
            <a:r>
              <a:rPr lang="zh-CN" altLang="x-none" sz="1400">
                <a:solidFill>
                  <a:srgbClr val="625B69"/>
                </a:solidFill>
                <a:latin typeface="Times New Roman" panose="02020603050405020304" pitchFamily="18" charset="0"/>
                <a:cs typeface="Times New Roman" panose="02020603050405020304" pitchFamily="18" charset="0"/>
              </a:rPr>
              <a:t>Ad</a:t>
            </a:r>
            <a:r>
              <a:rPr lang="zh-CN" altLang="x-none" sz="1400">
                <a:solidFill>
                  <a:srgbClr val="494B6B"/>
                </a:solidFill>
                <a:latin typeface="Times New Roman" panose="02020603050405020304" pitchFamily="18" charset="0"/>
                <a:cs typeface="Times New Roman" panose="02020603050405020304" pitchFamily="18" charset="0"/>
              </a:rPr>
              <a:t>d</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t</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ona</a:t>
            </a:r>
            <a:r>
              <a:rPr lang="zh-CN" altLang="x-none" sz="1400">
                <a:solidFill>
                  <a:srgbClr val="3B3D75"/>
                </a:solidFill>
                <a:latin typeface="Times New Roman" panose="02020603050405020304" pitchFamily="18" charset="0"/>
                <a:cs typeface="Times New Roman" panose="02020603050405020304" pitchFamily="18" charset="0"/>
              </a:rPr>
              <a:t>l</a:t>
            </a:r>
            <a:r>
              <a:rPr lang="zh-CN" altLang="x-none" sz="1400">
                <a:solidFill>
                  <a:srgbClr val="3B5691"/>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y, op</a:t>
            </a:r>
            <a:r>
              <a:rPr lang="zh-CN" altLang="x-none" sz="1400">
                <a:solidFill>
                  <a:srgbClr val="494B6B"/>
                </a:solidFill>
                <a:latin typeface="Times New Roman" panose="02020603050405020304" pitchFamily="18" charset="0"/>
                <a:cs typeface="Times New Roman" panose="02020603050405020304" pitchFamily="18" charset="0"/>
              </a:rPr>
              <a:t>t</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m</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494B6B"/>
                </a:solidFill>
                <a:latin typeface="Times New Roman" panose="02020603050405020304" pitchFamily="18" charset="0"/>
                <a:cs typeface="Times New Roman" panose="02020603050405020304" pitchFamily="18" charset="0"/>
              </a:rPr>
              <a:t>z</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ng mo</a:t>
            </a:r>
            <a:r>
              <a:rPr lang="zh-CN" altLang="x-none" sz="1400">
                <a:solidFill>
                  <a:srgbClr val="494B6B"/>
                </a:solidFill>
                <a:latin typeface="Times New Roman" panose="02020603050405020304" pitchFamily="18" charset="0"/>
                <a:cs typeface="Times New Roman" panose="02020603050405020304" pitchFamily="18" charset="0"/>
              </a:rPr>
              <a:t>d</a:t>
            </a:r>
            <a:r>
              <a:rPr lang="zh-CN" altLang="x-none" sz="1400">
                <a:solidFill>
                  <a:srgbClr val="625B69"/>
                </a:solidFill>
                <a:latin typeface="Times New Roman" panose="02020603050405020304" pitchFamily="18" charset="0"/>
                <a:cs typeface="Times New Roman" panose="02020603050405020304" pitchFamily="18" charset="0"/>
              </a:rPr>
              <a:t>e</a:t>
            </a:r>
            <a:r>
              <a:rPr lang="zh-CN" altLang="x-none" sz="1400">
                <a:solidFill>
                  <a:srgbClr val="3B5691"/>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s </a:t>
            </a:r>
            <a:r>
              <a:rPr lang="zh-CN" altLang="x-none" sz="1400">
                <a:solidFill>
                  <a:srgbClr val="494B6B"/>
                </a:solidFill>
                <a:latin typeface="Times New Roman" panose="02020603050405020304" pitchFamily="18" charset="0"/>
                <a:cs typeface="Times New Roman" panose="02020603050405020304" pitchFamily="18" charset="0"/>
              </a:rPr>
              <a:t>f</a:t>
            </a:r>
            <a:r>
              <a:rPr lang="zh-CN" altLang="x-none" sz="1400">
                <a:solidFill>
                  <a:srgbClr val="625B69"/>
                </a:solidFill>
                <a:latin typeface="Times New Roman" panose="02020603050405020304" pitchFamily="18" charset="0"/>
                <a:cs typeface="Times New Roman" panose="02020603050405020304" pitchFamily="18" charset="0"/>
              </a:rPr>
              <a:t>or </a:t>
            </a:r>
            <a:r>
              <a:rPr lang="zh-CN" altLang="x-none" sz="1400">
                <a:solidFill>
                  <a:srgbClr val="75383A"/>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a</a:t>
            </a:r>
            <a:r>
              <a:rPr lang="zh-CN" altLang="x-none" sz="1400">
                <a:solidFill>
                  <a:srgbClr val="494B6B"/>
                </a:solidFill>
                <a:latin typeface="Times New Roman" panose="02020603050405020304" pitchFamily="18" charset="0"/>
                <a:cs typeface="Times New Roman" panose="02020603050405020304" pitchFamily="18" charset="0"/>
              </a:rPr>
              <a:t>rg</a:t>
            </a:r>
            <a:r>
              <a:rPr lang="zh-CN" altLang="x-none" sz="1400">
                <a:solidFill>
                  <a:srgbClr val="625B69"/>
                </a:solidFill>
                <a:latin typeface="Times New Roman" panose="02020603050405020304" pitchFamily="18" charset="0"/>
                <a:cs typeface="Times New Roman" panose="02020603050405020304" pitchFamily="18" charset="0"/>
              </a:rPr>
              <a:t>e</a:t>
            </a:r>
            <a:r>
              <a:rPr lang="zh-CN" altLang="x-none" sz="1400">
                <a:solidFill>
                  <a:srgbClr val="494B6B"/>
                </a:solidFill>
                <a:latin typeface="Times New Roman" panose="02020603050405020304" pitchFamily="18" charset="0"/>
                <a:cs typeface="Times New Roman" panose="02020603050405020304" pitchFamily="18" charset="0"/>
              </a:rPr>
              <a:t>­ </a:t>
            </a:r>
            <a:r>
              <a:rPr lang="zh-CN" altLang="x-none" sz="1400">
                <a:solidFill>
                  <a:srgbClr val="625B69"/>
                </a:solidFill>
                <a:latin typeface="Times New Roman" panose="02020603050405020304" pitchFamily="18" charset="0"/>
                <a:cs typeface="Times New Roman" panose="02020603050405020304" pitchFamily="18" charset="0"/>
              </a:rPr>
              <a:t>sca</a:t>
            </a:r>
            <a:r>
              <a:rPr lang="zh-CN" altLang="x-none" sz="1400">
                <a:solidFill>
                  <a:srgbClr val="3B3D75"/>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e data w</a:t>
            </a:r>
            <a:r>
              <a:rPr lang="zh-CN" altLang="x-none" sz="1400">
                <a:solidFill>
                  <a:srgbClr val="75383A"/>
                </a:solidFill>
                <a:latin typeface="Times New Roman" panose="02020603050405020304" pitchFamily="18" charset="0"/>
                <a:cs typeface="Times New Roman" panose="02020603050405020304" pitchFamily="18" charset="0"/>
              </a:rPr>
              <a:t>i</a:t>
            </a:r>
            <a:r>
              <a:rPr lang="zh-CN" altLang="x-none" sz="1400">
                <a:solidFill>
                  <a:srgbClr val="696B89"/>
                </a:solidFill>
                <a:latin typeface="Times New Roman" panose="02020603050405020304" pitchFamily="18" charset="0"/>
                <a:cs typeface="Times New Roman" panose="02020603050405020304" pitchFamily="18" charset="0"/>
              </a:rPr>
              <a:t>ll </a:t>
            </a:r>
            <a:r>
              <a:rPr lang="zh-CN" altLang="x-none" sz="1400">
                <a:solidFill>
                  <a:srgbClr val="625B69"/>
                </a:solidFill>
                <a:latin typeface="Times New Roman" panose="02020603050405020304" pitchFamily="18" charset="0"/>
                <a:cs typeface="Times New Roman" panose="02020603050405020304" pitchFamily="18" charset="0"/>
              </a:rPr>
              <a:t>e</a:t>
            </a:r>
            <a:r>
              <a:rPr lang="zh-CN" altLang="x-none" sz="1400">
                <a:solidFill>
                  <a:srgbClr val="494B6B"/>
                </a:solidFill>
                <a:latin typeface="Times New Roman" panose="02020603050405020304" pitchFamily="18" charset="0"/>
                <a:cs typeface="Times New Roman" panose="02020603050405020304" pitchFamily="18" charset="0"/>
              </a:rPr>
              <a:t>n</a:t>
            </a:r>
            <a:r>
              <a:rPr lang="zh-CN" altLang="x-none" sz="1400">
                <a:solidFill>
                  <a:srgbClr val="625B69"/>
                </a:solidFill>
                <a:latin typeface="Times New Roman" panose="02020603050405020304" pitchFamily="18" charset="0"/>
                <a:cs typeface="Times New Roman" panose="02020603050405020304" pitchFamily="18" charset="0"/>
              </a:rPr>
              <a:t>su</a:t>
            </a:r>
            <a:r>
              <a:rPr lang="zh-CN" altLang="x-none" sz="1400">
                <a:solidFill>
                  <a:srgbClr val="7B7582"/>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e sca</a:t>
            </a:r>
            <a:r>
              <a:rPr lang="zh-CN" altLang="x-none" sz="1400">
                <a:solidFill>
                  <a:srgbClr val="3B5691"/>
                </a:solidFill>
                <a:latin typeface="Times New Roman" panose="02020603050405020304" pitchFamily="18" charset="0"/>
                <a:cs typeface="Times New Roman" panose="02020603050405020304" pitchFamily="18" charset="0"/>
              </a:rPr>
              <a:t>l</a:t>
            </a:r>
            <a:r>
              <a:rPr lang="zh-CN" altLang="x-none" sz="1400">
                <a:solidFill>
                  <a:srgbClr val="625B69"/>
                </a:solidFill>
                <a:latin typeface="Times New Roman" panose="02020603050405020304" pitchFamily="18" charset="0"/>
                <a:cs typeface="Times New Roman" panose="02020603050405020304" pitchFamily="18" charset="0"/>
              </a:rPr>
              <a:t>ab</a:t>
            </a:r>
            <a:r>
              <a:rPr lang="zh-CN" altLang="x-none" sz="1400">
                <a:solidFill>
                  <a:srgbClr val="7B7582"/>
                </a:solidFill>
                <a:latin typeface="Times New Roman" panose="02020603050405020304" pitchFamily="18" charset="0"/>
                <a:cs typeface="Times New Roman" panose="02020603050405020304" pitchFamily="18" charset="0"/>
              </a:rPr>
              <a:t>i</a:t>
            </a:r>
            <a:r>
              <a:rPr lang="zh-CN" altLang="x-none" sz="1400">
                <a:solidFill>
                  <a:srgbClr val="75383A"/>
                </a:solidFill>
                <a:latin typeface="Times New Roman" panose="02020603050405020304" pitchFamily="18" charset="0"/>
                <a:cs typeface="Times New Roman" panose="02020603050405020304" pitchFamily="18" charset="0"/>
              </a:rPr>
              <a:t>l</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ty and be</a:t>
            </a:r>
            <a:r>
              <a:rPr lang="zh-CN" altLang="x-none" sz="1400">
                <a:solidFill>
                  <a:srgbClr val="523D48"/>
                </a:solidFill>
                <a:latin typeface="Times New Roman" panose="02020603050405020304" pitchFamily="18" charset="0"/>
                <a:cs typeface="Times New Roman" panose="02020603050405020304" pitchFamily="18" charset="0"/>
              </a:rPr>
              <a:t>t</a:t>
            </a:r>
            <a:r>
              <a:rPr lang="zh-CN" altLang="x-none" sz="1400">
                <a:solidFill>
                  <a:srgbClr val="625B69"/>
                </a:solidFill>
                <a:latin typeface="Times New Roman" panose="02020603050405020304" pitchFamily="18" charset="0"/>
                <a:cs typeface="Times New Roman" panose="02020603050405020304" pitchFamily="18" charset="0"/>
              </a:rPr>
              <a:t>te</a:t>
            </a:r>
            <a:r>
              <a:rPr lang="zh-CN" altLang="x-none" sz="1400">
                <a:solidFill>
                  <a:srgbClr val="3B5691"/>
                </a:solidFill>
                <a:latin typeface="Times New Roman" panose="02020603050405020304" pitchFamily="18" charset="0"/>
                <a:cs typeface="Times New Roman" panose="02020603050405020304" pitchFamily="18" charset="0"/>
              </a:rPr>
              <a:t>r </a:t>
            </a:r>
            <a:r>
              <a:rPr lang="zh-CN" altLang="x-none" sz="1400">
                <a:solidFill>
                  <a:srgbClr val="625B69"/>
                </a:solidFill>
                <a:latin typeface="Times New Roman" panose="02020603050405020304" pitchFamily="18" charset="0"/>
                <a:cs typeface="Times New Roman" panose="02020603050405020304" pitchFamily="18" charset="0"/>
              </a:rPr>
              <a:t>pe</a:t>
            </a:r>
            <a:r>
              <a:rPr lang="zh-CN" altLang="x-none" sz="1400">
                <a:solidFill>
                  <a:srgbClr val="494B6B"/>
                </a:solidFill>
                <a:latin typeface="Times New Roman" panose="02020603050405020304" pitchFamily="18" charset="0"/>
                <a:cs typeface="Times New Roman" panose="02020603050405020304" pitchFamily="18" charset="0"/>
              </a:rPr>
              <a:t>r</a:t>
            </a:r>
            <a:r>
              <a:rPr lang="zh-CN" altLang="x-none" sz="1400">
                <a:solidFill>
                  <a:srgbClr val="625B69"/>
                </a:solidFill>
                <a:latin typeface="Times New Roman" panose="02020603050405020304" pitchFamily="18" charset="0"/>
                <a:cs typeface="Times New Roman" panose="02020603050405020304" pitchFamily="18" charset="0"/>
              </a:rPr>
              <a:t>sona</a:t>
            </a:r>
            <a:r>
              <a:rPr lang="zh-CN" altLang="x-none" sz="1400">
                <a:solidFill>
                  <a:srgbClr val="75383A"/>
                </a:solidFill>
                <a:latin typeface="Times New Roman" panose="02020603050405020304" pitchFamily="18" charset="0"/>
                <a:cs typeface="Times New Roman" panose="02020603050405020304" pitchFamily="18" charset="0"/>
              </a:rPr>
              <a:t>l</a:t>
            </a:r>
            <a:r>
              <a:rPr lang="zh-CN" altLang="x-none" sz="1400">
                <a:solidFill>
                  <a:srgbClr val="3B3D75"/>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zat</a:t>
            </a:r>
            <a:r>
              <a:rPr lang="zh-CN" altLang="x-none" sz="1400">
                <a:solidFill>
                  <a:srgbClr val="505E8E"/>
                </a:solidFill>
                <a:latin typeface="Times New Roman" panose="02020603050405020304" pitchFamily="18" charset="0"/>
                <a:cs typeface="Times New Roman" panose="02020603050405020304" pitchFamily="18" charset="0"/>
              </a:rPr>
              <a:t>i</a:t>
            </a:r>
            <a:r>
              <a:rPr lang="zh-CN" altLang="x-none" sz="1400">
                <a:solidFill>
                  <a:srgbClr val="625B69"/>
                </a:solidFill>
                <a:latin typeface="Times New Roman" panose="02020603050405020304" pitchFamily="18" charset="0"/>
                <a:cs typeface="Times New Roman" panose="02020603050405020304" pitchFamily="18" charset="0"/>
              </a:rPr>
              <a:t>o</a:t>
            </a:r>
            <a:r>
              <a:rPr lang="zh-CN" altLang="x-none" sz="1400">
                <a:solidFill>
                  <a:srgbClr val="494B6B"/>
                </a:solidFill>
                <a:latin typeface="Times New Roman" panose="02020603050405020304" pitchFamily="18" charset="0"/>
                <a:cs typeface="Times New Roman" panose="02020603050405020304" pitchFamily="18" charset="0"/>
              </a:rPr>
              <a:t>n</a:t>
            </a:r>
            <a:r>
              <a:rPr lang="zh-CN" altLang="x-none" sz="1400">
                <a:solidFill>
                  <a:srgbClr val="625B69"/>
                </a:solidFill>
                <a:latin typeface="Times New Roman" panose="02020603050405020304" pitchFamily="18" charset="0"/>
                <a:cs typeface="Times New Roman" panose="02020603050405020304" pitchFamily="18" charset="0"/>
              </a:rPr>
              <a:t>.</a:t>
            </a:r>
            <a:endParaRPr lang="zh-CN" altLang="x-none" sz="1400" dirty="0">
              <a:latin typeface="Times New Roman" panose="02020603050405020304" pitchFamily="18" charset="0"/>
              <a:ea typeface="Arial" panose="020B0604020202020204" pitchFamily="34"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p:nvPr/>
        </p:nvSpPr>
        <p:spPr>
          <a:xfrm>
            <a:off x="701675" y="3155950"/>
            <a:ext cx="3079750" cy="55880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4200" kern="1200" cap="none" spc="305" normalizeH="0" baseline="0" noProof="0" dirty="0">
                <a:solidFill>
                  <a:srgbClr val="3A72B8"/>
                </a:solidFill>
                <a:latin typeface="Arial" panose="020B0604020202020204"/>
                <a:ea typeface="+mn-ea"/>
                <a:cs typeface="Arial" panose="020B0604020202020204"/>
              </a:rPr>
              <a:t>T</a:t>
            </a:r>
            <a:r>
              <a:rPr kumimoji="0" sz="4200" kern="1200" cap="none" spc="220" normalizeH="0" baseline="0" noProof="0" dirty="0">
                <a:solidFill>
                  <a:srgbClr val="3A72B8"/>
                </a:solidFill>
                <a:latin typeface="Arial" panose="020B0604020202020204"/>
                <a:ea typeface="+mn-ea"/>
                <a:cs typeface="Arial" panose="020B0604020202020204"/>
              </a:rPr>
              <a:t>h</a:t>
            </a:r>
            <a:r>
              <a:rPr kumimoji="0" sz="4200" kern="1200" cap="none" spc="675" normalizeH="0" baseline="0" noProof="0" dirty="0">
                <a:solidFill>
                  <a:srgbClr val="3A72B8"/>
                </a:solidFill>
                <a:latin typeface="Arial" panose="020B0604020202020204"/>
                <a:ea typeface="+mn-ea"/>
                <a:cs typeface="Arial" panose="020B0604020202020204"/>
              </a:rPr>
              <a:t>a</a:t>
            </a:r>
            <a:r>
              <a:rPr kumimoji="0" sz="4200" kern="1200" cap="none" spc="725" normalizeH="0" baseline="0" noProof="0" dirty="0">
                <a:solidFill>
                  <a:srgbClr val="3A72B8"/>
                </a:solidFill>
                <a:latin typeface="Arial" panose="020B0604020202020204"/>
                <a:ea typeface="+mn-ea"/>
                <a:cs typeface="Arial" panose="020B0604020202020204"/>
              </a:rPr>
              <a:t>n</a:t>
            </a:r>
            <a:r>
              <a:rPr kumimoji="0" sz="4200" kern="1200" cap="none" spc="650" normalizeH="0" baseline="0" noProof="0" dirty="0">
                <a:solidFill>
                  <a:srgbClr val="3A72B8"/>
                </a:solidFill>
                <a:latin typeface="Arial" panose="020B0604020202020204"/>
                <a:ea typeface="+mn-ea"/>
                <a:cs typeface="Arial" panose="020B0604020202020204"/>
              </a:rPr>
              <a:t>k</a:t>
            </a:r>
            <a:r>
              <a:rPr kumimoji="0" sz="4200" kern="1200" cap="none" spc="-245" normalizeH="0" baseline="0" noProof="0" dirty="0">
                <a:solidFill>
                  <a:srgbClr val="3A72B8"/>
                </a:solidFill>
                <a:latin typeface="Arial" panose="020B0604020202020204"/>
                <a:ea typeface="+mn-ea"/>
                <a:cs typeface="Arial" panose="020B0604020202020204"/>
              </a:rPr>
              <a:t> </a:t>
            </a:r>
            <a:r>
              <a:rPr kumimoji="0" sz="4200" kern="1200" cap="none" spc="670" normalizeH="0" baseline="0" noProof="0" dirty="0">
                <a:solidFill>
                  <a:srgbClr val="3A72B8"/>
                </a:solidFill>
                <a:latin typeface="Arial" panose="020B0604020202020204"/>
                <a:ea typeface="+mn-ea"/>
                <a:cs typeface="Arial" panose="020B0604020202020204"/>
              </a:rPr>
              <a:t>y</a:t>
            </a:r>
            <a:r>
              <a:rPr kumimoji="0" sz="4200" kern="1200" cap="none" spc="585" normalizeH="0" baseline="0" noProof="0" dirty="0">
                <a:solidFill>
                  <a:srgbClr val="3A72B8"/>
                </a:solidFill>
                <a:latin typeface="Arial" panose="020B0604020202020204"/>
                <a:ea typeface="+mn-ea"/>
                <a:cs typeface="Arial" panose="020B0604020202020204"/>
              </a:rPr>
              <a:t>o</a:t>
            </a:r>
            <a:r>
              <a:rPr kumimoji="0" sz="4200" kern="1200" cap="none" spc="790" normalizeH="0" baseline="0" noProof="0" dirty="0">
                <a:solidFill>
                  <a:srgbClr val="3A72B8"/>
                </a:solidFill>
                <a:latin typeface="Arial" panose="020B0604020202020204"/>
                <a:ea typeface="+mn-ea"/>
                <a:cs typeface="Arial" panose="020B0604020202020204"/>
              </a:rPr>
              <a:t>u</a:t>
            </a:r>
            <a:endParaRPr kumimoji="0" sz="4200" kern="1200" cap="none" spc="0" normalizeH="0" baseline="0" noProof="0">
              <a:latin typeface="Arial" panose="020B0604020202020204"/>
              <a:ea typeface="+mn-ea"/>
              <a:cs typeface="Arial" panose="020B0604020202020204"/>
            </a:endParaRPr>
          </a:p>
        </p:txBody>
      </p:sp>
      <p:sp>
        <p:nvSpPr>
          <p:cNvPr id="3" name="object 3"/>
          <p:cNvSpPr txBox="1"/>
          <p:nvPr/>
        </p:nvSpPr>
        <p:spPr>
          <a:xfrm>
            <a:off x="692150" y="6024563"/>
            <a:ext cx="573088" cy="273050"/>
          </a:xfrm>
          <a:prstGeom prst="rect">
            <a:avLst/>
          </a:prstGeom>
        </p:spPr>
        <p:txBody>
          <a:bodyPr vert="horz" wrap="square" lIns="0" tIns="0" rIns="0" bIns="0" rtlCol="0">
            <a:spAutoFit/>
          </a:bodyPr>
          <a:lstStyle/>
          <a:p>
            <a:pPr marL="12700" marR="0" defTabSz="914400" eaLnBrk="1" fontAlgn="auto" hangingPunct="1">
              <a:spcBef>
                <a:spcPts val="0"/>
              </a:spcBef>
              <a:spcAft>
                <a:spcPts val="0"/>
              </a:spcAft>
              <a:buClrTx/>
              <a:buSzTx/>
              <a:buFontTx/>
              <a:buNone/>
              <a:defRPr/>
            </a:pPr>
            <a:r>
              <a:rPr kumimoji="0" sz="1950" kern="1200" cap="none" spc="-350" normalizeH="0" baseline="0" noProof="0" dirty="0">
                <a:solidFill>
                  <a:srgbClr val="C1BFC1"/>
                </a:solidFill>
                <a:latin typeface="Courier New" panose="02070309020205020404"/>
                <a:ea typeface="+mn-ea"/>
                <a:cs typeface="Courier New" panose="02070309020205020404"/>
              </a:rPr>
              <a:t>•</a:t>
            </a:r>
            <a:r>
              <a:rPr kumimoji="0" sz="1950" kern="1200" cap="none" spc="-425" normalizeH="0" baseline="0" noProof="0" dirty="0">
                <a:solidFill>
                  <a:srgbClr val="C1BFC1"/>
                </a:solidFill>
                <a:latin typeface="Courier New" panose="02070309020205020404"/>
                <a:ea typeface="+mn-ea"/>
                <a:cs typeface="Courier New" panose="02070309020205020404"/>
              </a:rPr>
              <a:t>•</a:t>
            </a:r>
            <a:r>
              <a:rPr kumimoji="0" sz="1950" kern="1200" cap="none" spc="-350" normalizeH="0" baseline="0" noProof="0" dirty="0">
                <a:solidFill>
                  <a:srgbClr val="C1BFC1"/>
                </a:solidFill>
                <a:latin typeface="Courier New" panose="02070309020205020404"/>
                <a:ea typeface="+mn-ea"/>
                <a:cs typeface="Courier New" panose="02070309020205020404"/>
              </a:rPr>
              <a:t>••</a:t>
            </a:r>
            <a:r>
              <a:rPr kumimoji="0" sz="1950" kern="1200" cap="none" spc="-85" normalizeH="0" baseline="0" noProof="0" dirty="0">
                <a:solidFill>
                  <a:srgbClr val="87B8E1"/>
                </a:solidFill>
                <a:latin typeface="Courier New" panose="02070309020205020404"/>
                <a:ea typeface="+mn-ea"/>
                <a:cs typeface="Courier New" panose="02070309020205020404"/>
              </a:rPr>
              <a:t>•</a:t>
            </a:r>
            <a:endParaRPr kumimoji="0" sz="1950" kern="1200" cap="none" spc="0" normalizeH="0" baseline="0" noProof="0">
              <a:latin typeface="Courier New" panose="02070309020205020404"/>
              <a:ea typeface="+mn-ea"/>
              <a:cs typeface="Courier New" panose="02070309020205020404"/>
            </a:endParaRPr>
          </a:p>
        </p:txBody>
      </p:sp>
    </p:spTree>
  </p:cSld>
  <p:clrMapOvr>
    <a:masterClrMapping/>
  </p:clrMapOvr>
</p:sld>
</file>

<file path=ppt/tags/tag1.xml><?xml version="1.0" encoding="utf-8"?>
<p:tagLst xmlns:p="http://schemas.openxmlformats.org/presentationml/2006/main">
  <p:tag name="KSO_WM_DIAGRAM_VIRTUALLY_FRAME" val="{&quot;height&quot;:297.95000000000005,&quot;left&quot;:90,&quot;top&quot;:167.12503937007872,&quot;width&quot;:613.75}"/>
</p:tagLst>
</file>

<file path=ppt/tags/tag2.xml><?xml version="1.0" encoding="utf-8"?>
<p:tagLst xmlns:p="http://schemas.openxmlformats.org/presentationml/2006/main">
  <p:tag name="KSO_WM_DIAGRAM_VIRTUALLY_FRAME" val="{&quot;height&quot;:297.95000000000005,&quot;left&quot;:90,&quot;top&quot;:167.12503937007872,&quot;width&quot;:613.75}"/>
</p:tagLst>
</file>

<file path=ppt/tags/tag3.xml><?xml version="1.0" encoding="utf-8"?>
<p:tagLst xmlns:p="http://schemas.openxmlformats.org/presentationml/2006/main">
  <p:tag name="KSO_WM_DIAGRAM_VIRTUALLY_FRAME" val="{&quot;height&quot;:297.95000000000005,&quot;left&quot;:90,&quot;top&quot;:167.12503937007872,&quot;width&quot;:613.75}"/>
</p:tagLst>
</file>

<file path=ppt/tags/tag4.xml><?xml version="1.0" encoding="utf-8"?>
<p:tagLst xmlns:p="http://schemas.openxmlformats.org/presentationml/2006/main">
  <p:tag name="KSO_WM_DIAGRAM_VIRTUALLY_FRAME" val="{&quot;height&quot;:297.95000000000005,&quot;left&quot;:90,&quot;top&quot;:167.12503937007872,&quot;width&quot;:613.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4423</Words>
  <Application>WPS Presentation</Application>
  <PresentationFormat>Benutzerdefiniert</PresentationFormat>
  <Paragraphs>142</Paragraphs>
  <Slides>17</Slides>
  <Notes>17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SimSun</vt:lpstr>
      <vt:lpstr>Wingdings</vt:lpstr>
      <vt:lpstr>Calibri</vt:lpstr>
      <vt:lpstr>Arial</vt:lpstr>
      <vt:lpstr>Arial Black</vt:lpstr>
      <vt:lpstr>Times New Roman</vt:lpstr>
      <vt:lpstr>Courier New</vt:lpstr>
      <vt:lpstr>Times New Roman</vt:lpstr>
      <vt:lpstr>Microsoft YaHei</vt:lpstr>
      <vt:lpstr>Arial Unicode MS</vt:lpstr>
      <vt:lpstr>等线</vt:lpstr>
      <vt:lpstr>Office Theme</vt:lpstr>
      <vt:lpstr>PowerPoint 演示文稿</vt:lpstr>
      <vt:lpstr>PowerPoint 演示文稿</vt:lpstr>
      <vt:lpstr>PowerPoint 演示文稿</vt:lpstr>
      <vt:lpstr>·1 Definition and Importance</vt:lpstr>
      <vt:lpstr>Algorithms Used</vt:lpstr>
      <vt:lpstr>PowerPoint 演示文稿</vt:lpstr>
      <vt:lpstr>Problem Statements</vt:lpstr>
      <vt:lpstr>PowerPoint 演示文稿</vt:lpstr>
      <vt:lpstr>·1 Key Objectives</vt:lpstr>
      <vt:lpstr>PowerPoint 演示文稿</vt:lpstr>
      <vt:lpstr>LIBRAR IES USED</vt:lpstr>
      <vt:lpstr>PowerPoint 演示文稿</vt:lpstr>
      <vt:lpstr>Summary of Findings</vt:lpstr>
      <vt:lpstr>·1 Visualizing the Results</vt:lpstr>
      <vt:lpstr>PowerPoint 演示文稿</vt:lpstr>
      <vt:lpstr>·1 Conclusion and Future Scope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Online2PDF.com</dc:creator>
  <cp:lastModifiedBy>Suchismita Sarkar6222</cp:lastModifiedBy>
  <cp:revision>9</cp:revision>
  <dcterms:created xsi:type="dcterms:W3CDTF">2025-04-03T17:59:00Z</dcterms:created>
  <dcterms:modified xsi:type="dcterms:W3CDTF">2025-08-25T11:38:39Z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2025-04-03T22:00:00Z</vt:filetime>
  </property>
  <property fmtid="{D5CDD505-2E9C-101B-9397-08002B2CF9AE}" pid="3" name="LastSaved">
    <vt:filetime>2025-04-03T22:00:00Z</vt:filetime>
  </property>
  <property fmtid="{D5CDD505-2E9C-101B-9397-08002B2CF9AE}" pid="4" name="ICV">
    <vt:lpwstr>CE08EC32526544638D8A1A92F7853613_13</vt:lpwstr>
  </property>
  <property fmtid="{D5CDD505-2E9C-101B-9397-08002B2CF9AE}" pid="5" name="KSOProductBuildVer">
    <vt:lpwstr>1033-12.2.0.22530</vt:lpwstr>
  </property>
</Properties>
</file>